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5"/>
  </p:sldMasterIdLst>
  <p:notesMasterIdLst>
    <p:notesMasterId r:id="rId37"/>
  </p:notesMasterIdLst>
  <p:sldIdLst>
    <p:sldId id="344" r:id="rId6"/>
    <p:sldId id="345" r:id="rId7"/>
    <p:sldId id="346" r:id="rId8"/>
    <p:sldId id="347" r:id="rId9"/>
    <p:sldId id="348" r:id="rId10"/>
    <p:sldId id="349" r:id="rId11"/>
    <p:sldId id="350" r:id="rId12"/>
    <p:sldId id="351" r:id="rId13"/>
    <p:sldId id="352" r:id="rId14"/>
    <p:sldId id="353" r:id="rId15"/>
    <p:sldId id="354" r:id="rId16"/>
    <p:sldId id="355" r:id="rId17"/>
    <p:sldId id="356" r:id="rId18"/>
    <p:sldId id="357" r:id="rId19"/>
    <p:sldId id="358" r:id="rId20"/>
    <p:sldId id="359" r:id="rId21"/>
    <p:sldId id="360" r:id="rId22"/>
    <p:sldId id="361" r:id="rId23"/>
    <p:sldId id="362" r:id="rId24"/>
    <p:sldId id="363" r:id="rId25"/>
    <p:sldId id="364" r:id="rId26"/>
    <p:sldId id="366" r:id="rId27"/>
    <p:sldId id="367" r:id="rId28"/>
    <p:sldId id="374" r:id="rId29"/>
    <p:sldId id="365" r:id="rId30"/>
    <p:sldId id="368" r:id="rId31"/>
    <p:sldId id="369" r:id="rId32"/>
    <p:sldId id="370" r:id="rId33"/>
    <p:sldId id="371" r:id="rId34"/>
    <p:sldId id="372" r:id="rId35"/>
    <p:sldId id="373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FFC83D"/>
    <a:srgbClr val="FFC037"/>
    <a:srgbClr val="FAB630"/>
    <a:srgbClr val="F9D95D"/>
    <a:srgbClr val="FDE79E"/>
    <a:srgbClr val="FCD483"/>
    <a:srgbClr val="5FAFDE"/>
    <a:srgbClr val="2993D4"/>
    <a:srgbClr val="51A9DC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00"/>
    <p:restoredTop sz="94658"/>
  </p:normalViewPr>
  <p:slideViewPr>
    <p:cSldViewPr snapToGrid="0">
      <p:cViewPr varScale="1">
        <p:scale>
          <a:sx n="120" d="100"/>
          <a:sy n="120" d="100"/>
        </p:scale>
        <p:origin x="10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viewProps" Target="view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CCC96C-5955-4CDE-A1C4-A96BE9895E38}" type="doc">
      <dgm:prSet loTypeId="urn:microsoft.com/office/officeart/2018/2/layout/IconCircle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E1C59A19-FE5C-47BC-AC11-0E1808977A12}">
      <dgm:prSet/>
      <dgm:spPr/>
      <dgm:t>
        <a:bodyPr/>
        <a:lstStyle/>
        <a:p>
          <a:r>
            <a:rPr lang="en-US"/>
            <a:t>Allow flexible filtering of data to Gender, End Use, Product Class and Sub-class and Style</a:t>
          </a:r>
        </a:p>
      </dgm:t>
    </dgm:pt>
    <dgm:pt modelId="{2A1B97FA-CD2E-4538-8353-0CB18611C74E}" type="parTrans" cxnId="{74F4D261-837F-45D6-AF17-01467E9BAA17}">
      <dgm:prSet/>
      <dgm:spPr/>
      <dgm:t>
        <a:bodyPr/>
        <a:lstStyle/>
        <a:p>
          <a:endParaRPr lang="en-US"/>
        </a:p>
      </dgm:t>
    </dgm:pt>
    <dgm:pt modelId="{48D2DDCE-AAD2-4186-B3B1-A2CDBC2FBC10}" type="sibTrans" cxnId="{74F4D261-837F-45D6-AF17-01467E9BAA17}">
      <dgm:prSet/>
      <dgm:spPr/>
      <dgm:t>
        <a:bodyPr/>
        <a:lstStyle/>
        <a:p>
          <a:endParaRPr lang="en-US"/>
        </a:p>
      </dgm:t>
    </dgm:pt>
    <dgm:pt modelId="{46AE02A5-8419-4780-B30C-EE4483DD7AB0}">
      <dgm:prSet/>
      <dgm:spPr/>
      <dgm:t>
        <a:bodyPr/>
        <a:lstStyle/>
        <a:p>
          <a:r>
            <a:rPr lang="en-US"/>
            <a:t>Use a Large-Language-Model (LLM) to extract overall Sentiment (Positive, Negative, Neutral)</a:t>
          </a:r>
        </a:p>
      </dgm:t>
    </dgm:pt>
    <dgm:pt modelId="{19429A5C-4318-4D92-A092-0AE0F83DB620}" type="parTrans" cxnId="{92752214-C045-467A-91B2-AD6B58B51760}">
      <dgm:prSet/>
      <dgm:spPr/>
      <dgm:t>
        <a:bodyPr/>
        <a:lstStyle/>
        <a:p>
          <a:endParaRPr lang="en-US"/>
        </a:p>
      </dgm:t>
    </dgm:pt>
    <dgm:pt modelId="{A8DEDE92-E3EF-46F6-97DA-EAFF74AC5358}" type="sibTrans" cxnId="{92752214-C045-467A-91B2-AD6B58B51760}">
      <dgm:prSet/>
      <dgm:spPr/>
      <dgm:t>
        <a:bodyPr/>
        <a:lstStyle/>
        <a:p>
          <a:endParaRPr lang="en-US"/>
        </a:p>
      </dgm:t>
    </dgm:pt>
    <dgm:pt modelId="{3055D34E-91CA-4F66-B8E5-A0B801EA7AAB}">
      <dgm:prSet/>
      <dgm:spPr/>
      <dgm:t>
        <a:bodyPr/>
        <a:lstStyle/>
        <a:p>
          <a:r>
            <a:rPr lang="en-US"/>
            <a:t>Use the same model to extract Negative and Positive mentions and put in user-defined Categories</a:t>
          </a:r>
        </a:p>
      </dgm:t>
    </dgm:pt>
    <dgm:pt modelId="{CD6FAA28-E4B6-4316-B70A-02BBC2AF96C8}" type="parTrans" cxnId="{CEDA3755-9474-4E81-9036-1E77469855B2}">
      <dgm:prSet/>
      <dgm:spPr/>
      <dgm:t>
        <a:bodyPr/>
        <a:lstStyle/>
        <a:p>
          <a:endParaRPr lang="en-US"/>
        </a:p>
      </dgm:t>
    </dgm:pt>
    <dgm:pt modelId="{4755EA9A-413E-45C1-BC15-5FE959F23FAE}" type="sibTrans" cxnId="{CEDA3755-9474-4E81-9036-1E77469855B2}">
      <dgm:prSet/>
      <dgm:spPr/>
      <dgm:t>
        <a:bodyPr/>
        <a:lstStyle/>
        <a:p>
          <a:endParaRPr lang="en-US"/>
        </a:p>
      </dgm:t>
    </dgm:pt>
    <dgm:pt modelId="{1859765C-908A-4383-BCFD-5B8C26CC2AD6}">
      <dgm:prSet/>
      <dgm:spPr/>
      <dgm:t>
        <a:bodyPr/>
        <a:lstStyle/>
        <a:p>
          <a:r>
            <a:rPr lang="en-US"/>
            <a:t>Plot changes in Numeric ratings, Sentiment and Mentions over time</a:t>
          </a:r>
        </a:p>
      </dgm:t>
    </dgm:pt>
    <dgm:pt modelId="{C7A9A4F1-41C5-49E0-8225-C973E4EC3E9A}" type="parTrans" cxnId="{5C1F207B-C672-4B53-BF0F-005177674A1F}">
      <dgm:prSet/>
      <dgm:spPr/>
      <dgm:t>
        <a:bodyPr/>
        <a:lstStyle/>
        <a:p>
          <a:endParaRPr lang="en-US"/>
        </a:p>
      </dgm:t>
    </dgm:pt>
    <dgm:pt modelId="{338090A2-A610-4867-9EE4-F46DD992FBCF}" type="sibTrans" cxnId="{5C1F207B-C672-4B53-BF0F-005177674A1F}">
      <dgm:prSet/>
      <dgm:spPr/>
      <dgm:t>
        <a:bodyPr/>
        <a:lstStyle/>
        <a:p>
          <a:endParaRPr lang="en-US"/>
        </a:p>
      </dgm:t>
    </dgm:pt>
    <dgm:pt modelId="{22158508-8388-4517-842B-E1FBE0ED121F}">
      <dgm:prSet/>
      <dgm:spPr/>
      <dgm:t>
        <a:bodyPr/>
        <a:lstStyle/>
        <a:p>
          <a:r>
            <a:rPr lang="en-US"/>
            <a:t>Allow spot check of what customers are saying in their reviews</a:t>
          </a:r>
        </a:p>
      </dgm:t>
    </dgm:pt>
    <dgm:pt modelId="{C0BA8C48-7AEB-4395-87BE-FC92BF8A0EAA}" type="parTrans" cxnId="{D8A6308E-A3DC-4E68-9D01-BDA295D0B577}">
      <dgm:prSet/>
      <dgm:spPr/>
      <dgm:t>
        <a:bodyPr/>
        <a:lstStyle/>
        <a:p>
          <a:endParaRPr lang="en-US"/>
        </a:p>
      </dgm:t>
    </dgm:pt>
    <dgm:pt modelId="{219F4F59-0C65-4E39-BB9E-CF4C75C2F477}" type="sibTrans" cxnId="{D8A6308E-A3DC-4E68-9D01-BDA295D0B577}">
      <dgm:prSet/>
      <dgm:spPr/>
      <dgm:t>
        <a:bodyPr/>
        <a:lstStyle/>
        <a:p>
          <a:endParaRPr lang="en-US"/>
        </a:p>
      </dgm:t>
    </dgm:pt>
    <dgm:pt modelId="{33ADA2AB-D917-4A42-BC49-D23AFFA486BF}">
      <dgm:prSet/>
      <dgm:spPr/>
      <dgm:t>
        <a:bodyPr/>
        <a:lstStyle/>
        <a:p>
          <a:r>
            <a:rPr lang="en-US"/>
            <a:t>Use AI to look for trends and anomalies</a:t>
          </a:r>
        </a:p>
      </dgm:t>
    </dgm:pt>
    <dgm:pt modelId="{D990D18C-8952-4AE4-8E47-84AA5766C929}" type="parTrans" cxnId="{B16B2175-168B-4C4A-B3C1-8D2995ECADB8}">
      <dgm:prSet/>
      <dgm:spPr/>
      <dgm:t>
        <a:bodyPr/>
        <a:lstStyle/>
        <a:p>
          <a:endParaRPr lang="en-US"/>
        </a:p>
      </dgm:t>
    </dgm:pt>
    <dgm:pt modelId="{2AB8F656-03F7-44F8-998C-41EF39CD03EE}" type="sibTrans" cxnId="{B16B2175-168B-4C4A-B3C1-8D2995ECADB8}">
      <dgm:prSet/>
      <dgm:spPr/>
      <dgm:t>
        <a:bodyPr/>
        <a:lstStyle/>
        <a:p>
          <a:endParaRPr lang="en-US"/>
        </a:p>
      </dgm:t>
    </dgm:pt>
    <dgm:pt modelId="{36B5BF95-F8E6-4465-AB56-C3CCA4AF3E31}" type="pres">
      <dgm:prSet presAssocID="{7CCCC96C-5955-4CDE-A1C4-A96BE9895E38}" presName="root" presStyleCnt="0">
        <dgm:presLayoutVars>
          <dgm:dir/>
          <dgm:resizeHandles val="exact"/>
        </dgm:presLayoutVars>
      </dgm:prSet>
      <dgm:spPr/>
    </dgm:pt>
    <dgm:pt modelId="{21C656C8-124C-4FDF-B7B3-EC8EC76433EA}" type="pres">
      <dgm:prSet presAssocID="{7CCCC96C-5955-4CDE-A1C4-A96BE9895E38}" presName="container" presStyleCnt="0">
        <dgm:presLayoutVars>
          <dgm:dir/>
          <dgm:resizeHandles val="exact"/>
        </dgm:presLayoutVars>
      </dgm:prSet>
      <dgm:spPr/>
    </dgm:pt>
    <dgm:pt modelId="{6EE2CE0E-3E13-492A-9A3B-A17547261E0F}" type="pres">
      <dgm:prSet presAssocID="{E1C59A19-FE5C-47BC-AC11-0E1808977A12}" presName="compNode" presStyleCnt="0"/>
      <dgm:spPr/>
    </dgm:pt>
    <dgm:pt modelId="{3E62028C-303D-4361-8B80-369ED289E4D1}" type="pres">
      <dgm:prSet presAssocID="{E1C59A19-FE5C-47BC-AC11-0E1808977A12}" presName="iconBgRect" presStyleLbl="bgShp" presStyleIdx="0" presStyleCnt="6"/>
      <dgm:spPr/>
    </dgm:pt>
    <dgm:pt modelId="{0BB35828-54E4-4E68-89EE-CD5C9B0100B1}" type="pres">
      <dgm:prSet presAssocID="{E1C59A19-FE5C-47BC-AC11-0E1808977A12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97363405-E3B2-4199-8DBF-945912E29593}" type="pres">
      <dgm:prSet presAssocID="{E1C59A19-FE5C-47BC-AC11-0E1808977A12}" presName="spaceRect" presStyleCnt="0"/>
      <dgm:spPr/>
    </dgm:pt>
    <dgm:pt modelId="{DA01BF40-D83F-4631-BFA9-88EB4F2A76A3}" type="pres">
      <dgm:prSet presAssocID="{E1C59A19-FE5C-47BC-AC11-0E1808977A12}" presName="textRect" presStyleLbl="revTx" presStyleIdx="0" presStyleCnt="6">
        <dgm:presLayoutVars>
          <dgm:chMax val="1"/>
          <dgm:chPref val="1"/>
        </dgm:presLayoutVars>
      </dgm:prSet>
      <dgm:spPr/>
    </dgm:pt>
    <dgm:pt modelId="{A5B77999-66EE-428F-A00E-AEDC71256B6D}" type="pres">
      <dgm:prSet presAssocID="{48D2DDCE-AAD2-4186-B3B1-A2CDBC2FBC10}" presName="sibTrans" presStyleLbl="sibTrans2D1" presStyleIdx="0" presStyleCnt="0"/>
      <dgm:spPr/>
    </dgm:pt>
    <dgm:pt modelId="{D8435E07-768F-43EC-BB19-33E0F0F6B01B}" type="pres">
      <dgm:prSet presAssocID="{46AE02A5-8419-4780-B30C-EE4483DD7AB0}" presName="compNode" presStyleCnt="0"/>
      <dgm:spPr/>
    </dgm:pt>
    <dgm:pt modelId="{A7750BF0-E351-4A60-94F1-802BF468A415}" type="pres">
      <dgm:prSet presAssocID="{46AE02A5-8419-4780-B30C-EE4483DD7AB0}" presName="iconBgRect" presStyleLbl="bgShp" presStyleIdx="1" presStyleCnt="6"/>
      <dgm:spPr/>
    </dgm:pt>
    <dgm:pt modelId="{B8CE68F8-E709-406F-8550-C692B83BFAA5}" type="pres">
      <dgm:prSet presAssocID="{46AE02A5-8419-4780-B30C-EE4483DD7AB0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utral Face with No Fill"/>
        </a:ext>
      </dgm:extLst>
    </dgm:pt>
    <dgm:pt modelId="{F8CB9A26-4898-4CD9-9774-E835F74469EF}" type="pres">
      <dgm:prSet presAssocID="{46AE02A5-8419-4780-B30C-EE4483DD7AB0}" presName="spaceRect" presStyleCnt="0"/>
      <dgm:spPr/>
    </dgm:pt>
    <dgm:pt modelId="{9A2331D0-64D8-4872-BABB-3A93F288A964}" type="pres">
      <dgm:prSet presAssocID="{46AE02A5-8419-4780-B30C-EE4483DD7AB0}" presName="textRect" presStyleLbl="revTx" presStyleIdx="1" presStyleCnt="6">
        <dgm:presLayoutVars>
          <dgm:chMax val="1"/>
          <dgm:chPref val="1"/>
        </dgm:presLayoutVars>
      </dgm:prSet>
      <dgm:spPr/>
    </dgm:pt>
    <dgm:pt modelId="{F3DCAE78-DC64-4549-8B5A-E5727F3C38F3}" type="pres">
      <dgm:prSet presAssocID="{A8DEDE92-E3EF-46F6-97DA-EAFF74AC5358}" presName="sibTrans" presStyleLbl="sibTrans2D1" presStyleIdx="0" presStyleCnt="0"/>
      <dgm:spPr/>
    </dgm:pt>
    <dgm:pt modelId="{05CFBB24-8FFC-44DB-A75B-E3F3B77A0A94}" type="pres">
      <dgm:prSet presAssocID="{3055D34E-91CA-4F66-B8E5-A0B801EA7AAB}" presName="compNode" presStyleCnt="0"/>
      <dgm:spPr/>
    </dgm:pt>
    <dgm:pt modelId="{1B1DB250-D267-461F-8329-501BFF588FD1}" type="pres">
      <dgm:prSet presAssocID="{3055D34E-91CA-4F66-B8E5-A0B801EA7AAB}" presName="iconBgRect" presStyleLbl="bgShp" presStyleIdx="2" presStyleCnt="6"/>
      <dgm:spPr/>
    </dgm:pt>
    <dgm:pt modelId="{A9062A5D-4417-49C6-8B59-FB341C8E9657}" type="pres">
      <dgm:prSet presAssocID="{3055D34E-91CA-4F66-B8E5-A0B801EA7AAB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1B091FD7-B611-41F2-AC7A-251CAE8C9561}" type="pres">
      <dgm:prSet presAssocID="{3055D34E-91CA-4F66-B8E5-A0B801EA7AAB}" presName="spaceRect" presStyleCnt="0"/>
      <dgm:spPr/>
    </dgm:pt>
    <dgm:pt modelId="{5EA9CF90-031E-4FC0-9A3F-B6D14C7CB796}" type="pres">
      <dgm:prSet presAssocID="{3055D34E-91CA-4F66-B8E5-A0B801EA7AAB}" presName="textRect" presStyleLbl="revTx" presStyleIdx="2" presStyleCnt="6">
        <dgm:presLayoutVars>
          <dgm:chMax val="1"/>
          <dgm:chPref val="1"/>
        </dgm:presLayoutVars>
      </dgm:prSet>
      <dgm:spPr/>
    </dgm:pt>
    <dgm:pt modelId="{814106DC-B4CA-438C-B08B-46B0403CD37C}" type="pres">
      <dgm:prSet presAssocID="{4755EA9A-413E-45C1-BC15-5FE959F23FAE}" presName="sibTrans" presStyleLbl="sibTrans2D1" presStyleIdx="0" presStyleCnt="0"/>
      <dgm:spPr/>
    </dgm:pt>
    <dgm:pt modelId="{8D04833E-59A5-4F9E-B646-682C2F15F09C}" type="pres">
      <dgm:prSet presAssocID="{1859765C-908A-4383-BCFD-5B8C26CC2AD6}" presName="compNode" presStyleCnt="0"/>
      <dgm:spPr/>
    </dgm:pt>
    <dgm:pt modelId="{A5C6A704-3DE6-44A4-875F-E9EAF5982EBC}" type="pres">
      <dgm:prSet presAssocID="{1859765C-908A-4383-BCFD-5B8C26CC2AD6}" presName="iconBgRect" presStyleLbl="bgShp" presStyleIdx="3" presStyleCnt="6"/>
      <dgm:spPr/>
    </dgm:pt>
    <dgm:pt modelId="{44FDD052-8584-4BE6-9846-07B41EC3D152}" type="pres">
      <dgm:prSet presAssocID="{1859765C-908A-4383-BCFD-5B8C26CC2AD6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rection"/>
        </a:ext>
      </dgm:extLst>
    </dgm:pt>
    <dgm:pt modelId="{53B74B8D-5F50-43C3-B743-EABA6764405A}" type="pres">
      <dgm:prSet presAssocID="{1859765C-908A-4383-BCFD-5B8C26CC2AD6}" presName="spaceRect" presStyleCnt="0"/>
      <dgm:spPr/>
    </dgm:pt>
    <dgm:pt modelId="{83FBBA36-F5D3-4F02-B3FA-F4D08EB7D30F}" type="pres">
      <dgm:prSet presAssocID="{1859765C-908A-4383-BCFD-5B8C26CC2AD6}" presName="textRect" presStyleLbl="revTx" presStyleIdx="3" presStyleCnt="6">
        <dgm:presLayoutVars>
          <dgm:chMax val="1"/>
          <dgm:chPref val="1"/>
        </dgm:presLayoutVars>
      </dgm:prSet>
      <dgm:spPr/>
    </dgm:pt>
    <dgm:pt modelId="{D9FDD849-BD6B-404F-8372-183B3A2B5BFE}" type="pres">
      <dgm:prSet presAssocID="{338090A2-A610-4867-9EE4-F46DD992FBCF}" presName="sibTrans" presStyleLbl="sibTrans2D1" presStyleIdx="0" presStyleCnt="0"/>
      <dgm:spPr/>
    </dgm:pt>
    <dgm:pt modelId="{9E9807CA-3891-4B53-9BBE-E25501B91F9E}" type="pres">
      <dgm:prSet presAssocID="{22158508-8388-4517-842B-E1FBE0ED121F}" presName="compNode" presStyleCnt="0"/>
      <dgm:spPr/>
    </dgm:pt>
    <dgm:pt modelId="{CFF276C0-0187-44A8-BA5B-A8E8917BE5F3}" type="pres">
      <dgm:prSet presAssocID="{22158508-8388-4517-842B-E1FBE0ED121F}" presName="iconBgRect" presStyleLbl="bgShp" presStyleIdx="4" presStyleCnt="6"/>
      <dgm:spPr/>
    </dgm:pt>
    <dgm:pt modelId="{03AC198C-7A7A-4735-A12E-04EA220762B7}" type="pres">
      <dgm:prSet presAssocID="{22158508-8388-4517-842B-E1FBE0ED121F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0F87C362-FD21-4B66-8F57-1A75F280B145}" type="pres">
      <dgm:prSet presAssocID="{22158508-8388-4517-842B-E1FBE0ED121F}" presName="spaceRect" presStyleCnt="0"/>
      <dgm:spPr/>
    </dgm:pt>
    <dgm:pt modelId="{625CC6B5-0F2C-4B50-99C7-13A51BA3EC49}" type="pres">
      <dgm:prSet presAssocID="{22158508-8388-4517-842B-E1FBE0ED121F}" presName="textRect" presStyleLbl="revTx" presStyleIdx="4" presStyleCnt="6">
        <dgm:presLayoutVars>
          <dgm:chMax val="1"/>
          <dgm:chPref val="1"/>
        </dgm:presLayoutVars>
      </dgm:prSet>
      <dgm:spPr/>
    </dgm:pt>
    <dgm:pt modelId="{AB1CA775-FDF6-4923-8D35-2A800012B3B5}" type="pres">
      <dgm:prSet presAssocID="{219F4F59-0C65-4E39-BB9E-CF4C75C2F477}" presName="sibTrans" presStyleLbl="sibTrans2D1" presStyleIdx="0" presStyleCnt="0"/>
      <dgm:spPr/>
    </dgm:pt>
    <dgm:pt modelId="{97055D1D-6075-4982-B910-1A07CBD621A7}" type="pres">
      <dgm:prSet presAssocID="{33ADA2AB-D917-4A42-BC49-D23AFFA486BF}" presName="compNode" presStyleCnt="0"/>
      <dgm:spPr/>
    </dgm:pt>
    <dgm:pt modelId="{D8A1F939-0FC3-445D-8E8B-A5E9D65EAC3E}" type="pres">
      <dgm:prSet presAssocID="{33ADA2AB-D917-4A42-BC49-D23AFFA486BF}" presName="iconBgRect" presStyleLbl="bgShp" presStyleIdx="5" presStyleCnt="6"/>
      <dgm:spPr/>
    </dgm:pt>
    <dgm:pt modelId="{A6733763-6B5A-41F4-93AA-18F5741EEE44}" type="pres">
      <dgm:prSet presAssocID="{33ADA2AB-D917-4A42-BC49-D23AFFA486BF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70FD07F-0F7C-4C93-A6F0-D47203B1E40B}" type="pres">
      <dgm:prSet presAssocID="{33ADA2AB-D917-4A42-BC49-D23AFFA486BF}" presName="spaceRect" presStyleCnt="0"/>
      <dgm:spPr/>
    </dgm:pt>
    <dgm:pt modelId="{4234BE4A-70A4-4E69-A41D-C241F9737BC8}" type="pres">
      <dgm:prSet presAssocID="{33ADA2AB-D917-4A42-BC49-D23AFFA486BF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25BE6310-DC0D-4D06-9AA1-AF082F469C00}" type="presOf" srcId="{219F4F59-0C65-4E39-BB9E-CF4C75C2F477}" destId="{AB1CA775-FDF6-4923-8D35-2A800012B3B5}" srcOrd="0" destOrd="0" presId="urn:microsoft.com/office/officeart/2018/2/layout/IconCircleList"/>
    <dgm:cxn modelId="{95157C12-1B78-467F-984E-B081D3196649}" type="presOf" srcId="{7CCCC96C-5955-4CDE-A1C4-A96BE9895E38}" destId="{36B5BF95-F8E6-4465-AB56-C3CCA4AF3E31}" srcOrd="0" destOrd="0" presId="urn:microsoft.com/office/officeart/2018/2/layout/IconCircleList"/>
    <dgm:cxn modelId="{92752214-C045-467A-91B2-AD6B58B51760}" srcId="{7CCCC96C-5955-4CDE-A1C4-A96BE9895E38}" destId="{46AE02A5-8419-4780-B30C-EE4483DD7AB0}" srcOrd="1" destOrd="0" parTransId="{19429A5C-4318-4D92-A092-0AE0F83DB620}" sibTransId="{A8DEDE92-E3EF-46F6-97DA-EAFF74AC5358}"/>
    <dgm:cxn modelId="{16438933-3FF6-4FF6-B21D-E7862E510F70}" type="presOf" srcId="{4755EA9A-413E-45C1-BC15-5FE959F23FAE}" destId="{814106DC-B4CA-438C-B08B-46B0403CD37C}" srcOrd="0" destOrd="0" presId="urn:microsoft.com/office/officeart/2018/2/layout/IconCircleList"/>
    <dgm:cxn modelId="{92967D35-F395-4BDE-8747-B3BC8567BCF8}" type="presOf" srcId="{A8DEDE92-E3EF-46F6-97DA-EAFF74AC5358}" destId="{F3DCAE78-DC64-4549-8B5A-E5727F3C38F3}" srcOrd="0" destOrd="0" presId="urn:microsoft.com/office/officeart/2018/2/layout/IconCircleList"/>
    <dgm:cxn modelId="{CEDA3755-9474-4E81-9036-1E77469855B2}" srcId="{7CCCC96C-5955-4CDE-A1C4-A96BE9895E38}" destId="{3055D34E-91CA-4F66-B8E5-A0B801EA7AAB}" srcOrd="2" destOrd="0" parTransId="{CD6FAA28-E4B6-4316-B70A-02BBC2AF96C8}" sibTransId="{4755EA9A-413E-45C1-BC15-5FE959F23FAE}"/>
    <dgm:cxn modelId="{B447EC57-0999-4F39-B3A4-C1920302AA65}" type="presOf" srcId="{46AE02A5-8419-4780-B30C-EE4483DD7AB0}" destId="{9A2331D0-64D8-4872-BABB-3A93F288A964}" srcOrd="0" destOrd="0" presId="urn:microsoft.com/office/officeart/2018/2/layout/IconCircleList"/>
    <dgm:cxn modelId="{74F4D261-837F-45D6-AF17-01467E9BAA17}" srcId="{7CCCC96C-5955-4CDE-A1C4-A96BE9895E38}" destId="{E1C59A19-FE5C-47BC-AC11-0E1808977A12}" srcOrd="0" destOrd="0" parTransId="{2A1B97FA-CD2E-4538-8353-0CB18611C74E}" sibTransId="{48D2DDCE-AAD2-4186-B3B1-A2CDBC2FBC10}"/>
    <dgm:cxn modelId="{B16B2175-168B-4C4A-B3C1-8D2995ECADB8}" srcId="{7CCCC96C-5955-4CDE-A1C4-A96BE9895E38}" destId="{33ADA2AB-D917-4A42-BC49-D23AFFA486BF}" srcOrd="5" destOrd="0" parTransId="{D990D18C-8952-4AE4-8E47-84AA5766C929}" sibTransId="{2AB8F656-03F7-44F8-998C-41EF39CD03EE}"/>
    <dgm:cxn modelId="{5C1F207B-C672-4B53-BF0F-005177674A1F}" srcId="{7CCCC96C-5955-4CDE-A1C4-A96BE9895E38}" destId="{1859765C-908A-4383-BCFD-5B8C26CC2AD6}" srcOrd="3" destOrd="0" parTransId="{C7A9A4F1-41C5-49E0-8225-C973E4EC3E9A}" sibTransId="{338090A2-A610-4867-9EE4-F46DD992FBCF}"/>
    <dgm:cxn modelId="{E4A54A8A-52F8-4E6C-9967-6C10FBFD76E3}" type="presOf" srcId="{1859765C-908A-4383-BCFD-5B8C26CC2AD6}" destId="{83FBBA36-F5D3-4F02-B3FA-F4D08EB7D30F}" srcOrd="0" destOrd="0" presId="urn:microsoft.com/office/officeart/2018/2/layout/IconCircleList"/>
    <dgm:cxn modelId="{D8A6308E-A3DC-4E68-9D01-BDA295D0B577}" srcId="{7CCCC96C-5955-4CDE-A1C4-A96BE9895E38}" destId="{22158508-8388-4517-842B-E1FBE0ED121F}" srcOrd="4" destOrd="0" parTransId="{C0BA8C48-7AEB-4395-87BE-FC92BF8A0EAA}" sibTransId="{219F4F59-0C65-4E39-BB9E-CF4C75C2F477}"/>
    <dgm:cxn modelId="{A89951C3-0593-4E02-9CB9-9ACEEB64A961}" type="presOf" srcId="{3055D34E-91CA-4F66-B8E5-A0B801EA7AAB}" destId="{5EA9CF90-031E-4FC0-9A3F-B6D14C7CB796}" srcOrd="0" destOrd="0" presId="urn:microsoft.com/office/officeart/2018/2/layout/IconCircleList"/>
    <dgm:cxn modelId="{014E7AC4-AE31-4647-8498-36666791040E}" type="presOf" srcId="{338090A2-A610-4867-9EE4-F46DD992FBCF}" destId="{D9FDD849-BD6B-404F-8372-183B3A2B5BFE}" srcOrd="0" destOrd="0" presId="urn:microsoft.com/office/officeart/2018/2/layout/IconCircleList"/>
    <dgm:cxn modelId="{F1A139D0-1406-41FC-B3E6-7F652AE8DCF9}" type="presOf" srcId="{48D2DDCE-AAD2-4186-B3B1-A2CDBC2FBC10}" destId="{A5B77999-66EE-428F-A00E-AEDC71256B6D}" srcOrd="0" destOrd="0" presId="urn:microsoft.com/office/officeart/2018/2/layout/IconCircleList"/>
    <dgm:cxn modelId="{29ACF5DE-5A5D-4254-AD0B-1A7CFC198E3E}" type="presOf" srcId="{E1C59A19-FE5C-47BC-AC11-0E1808977A12}" destId="{DA01BF40-D83F-4631-BFA9-88EB4F2A76A3}" srcOrd="0" destOrd="0" presId="urn:microsoft.com/office/officeart/2018/2/layout/IconCircleList"/>
    <dgm:cxn modelId="{FA4A40F1-1877-49E4-861A-D56171DF4233}" type="presOf" srcId="{22158508-8388-4517-842B-E1FBE0ED121F}" destId="{625CC6B5-0F2C-4B50-99C7-13A51BA3EC49}" srcOrd="0" destOrd="0" presId="urn:microsoft.com/office/officeart/2018/2/layout/IconCircleList"/>
    <dgm:cxn modelId="{DDA266F2-FF9C-40A3-B411-7AD9CFF712C8}" type="presOf" srcId="{33ADA2AB-D917-4A42-BC49-D23AFFA486BF}" destId="{4234BE4A-70A4-4E69-A41D-C241F9737BC8}" srcOrd="0" destOrd="0" presId="urn:microsoft.com/office/officeart/2018/2/layout/IconCircleList"/>
    <dgm:cxn modelId="{6E7CD4E8-3C47-45C9-BC71-5154F0C9FAE7}" type="presParOf" srcId="{36B5BF95-F8E6-4465-AB56-C3CCA4AF3E31}" destId="{21C656C8-124C-4FDF-B7B3-EC8EC76433EA}" srcOrd="0" destOrd="0" presId="urn:microsoft.com/office/officeart/2018/2/layout/IconCircleList"/>
    <dgm:cxn modelId="{CAB57892-075B-480B-9A6F-369EFB5CCAE6}" type="presParOf" srcId="{21C656C8-124C-4FDF-B7B3-EC8EC76433EA}" destId="{6EE2CE0E-3E13-492A-9A3B-A17547261E0F}" srcOrd="0" destOrd="0" presId="urn:microsoft.com/office/officeart/2018/2/layout/IconCircleList"/>
    <dgm:cxn modelId="{D2D962F5-9B10-457A-AD23-B2C47520DC4E}" type="presParOf" srcId="{6EE2CE0E-3E13-492A-9A3B-A17547261E0F}" destId="{3E62028C-303D-4361-8B80-369ED289E4D1}" srcOrd="0" destOrd="0" presId="urn:microsoft.com/office/officeart/2018/2/layout/IconCircleList"/>
    <dgm:cxn modelId="{B4726E34-D96D-405A-B6BA-B1AA1B607E25}" type="presParOf" srcId="{6EE2CE0E-3E13-492A-9A3B-A17547261E0F}" destId="{0BB35828-54E4-4E68-89EE-CD5C9B0100B1}" srcOrd="1" destOrd="0" presId="urn:microsoft.com/office/officeart/2018/2/layout/IconCircleList"/>
    <dgm:cxn modelId="{0506DB21-A4CD-4792-AD14-2E8BD7EB031A}" type="presParOf" srcId="{6EE2CE0E-3E13-492A-9A3B-A17547261E0F}" destId="{97363405-E3B2-4199-8DBF-945912E29593}" srcOrd="2" destOrd="0" presId="urn:microsoft.com/office/officeart/2018/2/layout/IconCircleList"/>
    <dgm:cxn modelId="{0A7E6BCC-56A2-4C6D-8ADE-8A49D3462BEC}" type="presParOf" srcId="{6EE2CE0E-3E13-492A-9A3B-A17547261E0F}" destId="{DA01BF40-D83F-4631-BFA9-88EB4F2A76A3}" srcOrd="3" destOrd="0" presId="urn:microsoft.com/office/officeart/2018/2/layout/IconCircleList"/>
    <dgm:cxn modelId="{4A0B9679-8142-4CAE-AB62-483768F4849A}" type="presParOf" srcId="{21C656C8-124C-4FDF-B7B3-EC8EC76433EA}" destId="{A5B77999-66EE-428F-A00E-AEDC71256B6D}" srcOrd="1" destOrd="0" presId="urn:microsoft.com/office/officeart/2018/2/layout/IconCircleList"/>
    <dgm:cxn modelId="{265674E7-526C-4008-B1D4-D7FC192F18EA}" type="presParOf" srcId="{21C656C8-124C-4FDF-B7B3-EC8EC76433EA}" destId="{D8435E07-768F-43EC-BB19-33E0F0F6B01B}" srcOrd="2" destOrd="0" presId="urn:microsoft.com/office/officeart/2018/2/layout/IconCircleList"/>
    <dgm:cxn modelId="{108E097D-A7A0-4374-887A-FCEDFE9E7B9B}" type="presParOf" srcId="{D8435E07-768F-43EC-BB19-33E0F0F6B01B}" destId="{A7750BF0-E351-4A60-94F1-802BF468A415}" srcOrd="0" destOrd="0" presId="urn:microsoft.com/office/officeart/2018/2/layout/IconCircleList"/>
    <dgm:cxn modelId="{043CEA73-EE76-4806-B98F-8E409619BBDC}" type="presParOf" srcId="{D8435E07-768F-43EC-BB19-33E0F0F6B01B}" destId="{B8CE68F8-E709-406F-8550-C692B83BFAA5}" srcOrd="1" destOrd="0" presId="urn:microsoft.com/office/officeart/2018/2/layout/IconCircleList"/>
    <dgm:cxn modelId="{39E66920-9EFA-4D6D-A77B-9FFA5C5F15E1}" type="presParOf" srcId="{D8435E07-768F-43EC-BB19-33E0F0F6B01B}" destId="{F8CB9A26-4898-4CD9-9774-E835F74469EF}" srcOrd="2" destOrd="0" presId="urn:microsoft.com/office/officeart/2018/2/layout/IconCircleList"/>
    <dgm:cxn modelId="{86D02ADD-76D3-4F15-943F-0B4DDC62776D}" type="presParOf" srcId="{D8435E07-768F-43EC-BB19-33E0F0F6B01B}" destId="{9A2331D0-64D8-4872-BABB-3A93F288A964}" srcOrd="3" destOrd="0" presId="urn:microsoft.com/office/officeart/2018/2/layout/IconCircleList"/>
    <dgm:cxn modelId="{7072276A-B2BE-422B-B7E4-3E3EF28AA97B}" type="presParOf" srcId="{21C656C8-124C-4FDF-B7B3-EC8EC76433EA}" destId="{F3DCAE78-DC64-4549-8B5A-E5727F3C38F3}" srcOrd="3" destOrd="0" presId="urn:microsoft.com/office/officeart/2018/2/layout/IconCircleList"/>
    <dgm:cxn modelId="{19426C98-2E95-46FF-92F7-9192CA31379F}" type="presParOf" srcId="{21C656C8-124C-4FDF-B7B3-EC8EC76433EA}" destId="{05CFBB24-8FFC-44DB-A75B-E3F3B77A0A94}" srcOrd="4" destOrd="0" presId="urn:microsoft.com/office/officeart/2018/2/layout/IconCircleList"/>
    <dgm:cxn modelId="{1B859358-D777-44EC-B01B-0B18DBF2B0E3}" type="presParOf" srcId="{05CFBB24-8FFC-44DB-A75B-E3F3B77A0A94}" destId="{1B1DB250-D267-461F-8329-501BFF588FD1}" srcOrd="0" destOrd="0" presId="urn:microsoft.com/office/officeart/2018/2/layout/IconCircleList"/>
    <dgm:cxn modelId="{7C2A8847-6B03-4600-B686-9DBFCE02D492}" type="presParOf" srcId="{05CFBB24-8FFC-44DB-A75B-E3F3B77A0A94}" destId="{A9062A5D-4417-49C6-8B59-FB341C8E9657}" srcOrd="1" destOrd="0" presId="urn:microsoft.com/office/officeart/2018/2/layout/IconCircleList"/>
    <dgm:cxn modelId="{01EC6851-A281-4461-A102-4234C89B2CE3}" type="presParOf" srcId="{05CFBB24-8FFC-44DB-A75B-E3F3B77A0A94}" destId="{1B091FD7-B611-41F2-AC7A-251CAE8C9561}" srcOrd="2" destOrd="0" presId="urn:microsoft.com/office/officeart/2018/2/layout/IconCircleList"/>
    <dgm:cxn modelId="{B94F27D1-4349-493D-B38F-32C819946221}" type="presParOf" srcId="{05CFBB24-8FFC-44DB-A75B-E3F3B77A0A94}" destId="{5EA9CF90-031E-4FC0-9A3F-B6D14C7CB796}" srcOrd="3" destOrd="0" presId="urn:microsoft.com/office/officeart/2018/2/layout/IconCircleList"/>
    <dgm:cxn modelId="{F9CC3196-137B-4781-AB8A-090D18AA8F13}" type="presParOf" srcId="{21C656C8-124C-4FDF-B7B3-EC8EC76433EA}" destId="{814106DC-B4CA-438C-B08B-46B0403CD37C}" srcOrd="5" destOrd="0" presId="urn:microsoft.com/office/officeart/2018/2/layout/IconCircleList"/>
    <dgm:cxn modelId="{F049CF46-5560-4F9A-9C30-B842ECF368A3}" type="presParOf" srcId="{21C656C8-124C-4FDF-B7B3-EC8EC76433EA}" destId="{8D04833E-59A5-4F9E-B646-682C2F15F09C}" srcOrd="6" destOrd="0" presId="urn:microsoft.com/office/officeart/2018/2/layout/IconCircleList"/>
    <dgm:cxn modelId="{8F450049-18A1-4F76-BAE7-A089E6E214C7}" type="presParOf" srcId="{8D04833E-59A5-4F9E-B646-682C2F15F09C}" destId="{A5C6A704-3DE6-44A4-875F-E9EAF5982EBC}" srcOrd="0" destOrd="0" presId="urn:microsoft.com/office/officeart/2018/2/layout/IconCircleList"/>
    <dgm:cxn modelId="{696E5835-C3DC-4704-A03F-FF677E17BDB6}" type="presParOf" srcId="{8D04833E-59A5-4F9E-B646-682C2F15F09C}" destId="{44FDD052-8584-4BE6-9846-07B41EC3D152}" srcOrd="1" destOrd="0" presId="urn:microsoft.com/office/officeart/2018/2/layout/IconCircleList"/>
    <dgm:cxn modelId="{6CD7DB62-AC92-4B38-83D6-31B82F39296D}" type="presParOf" srcId="{8D04833E-59A5-4F9E-B646-682C2F15F09C}" destId="{53B74B8D-5F50-43C3-B743-EABA6764405A}" srcOrd="2" destOrd="0" presId="urn:microsoft.com/office/officeart/2018/2/layout/IconCircleList"/>
    <dgm:cxn modelId="{BB6E9FF2-0B79-475F-A031-6D556264BF2C}" type="presParOf" srcId="{8D04833E-59A5-4F9E-B646-682C2F15F09C}" destId="{83FBBA36-F5D3-4F02-B3FA-F4D08EB7D30F}" srcOrd="3" destOrd="0" presId="urn:microsoft.com/office/officeart/2018/2/layout/IconCircleList"/>
    <dgm:cxn modelId="{83C1BEE9-1CD3-4CC4-AB9D-390CE257842E}" type="presParOf" srcId="{21C656C8-124C-4FDF-B7B3-EC8EC76433EA}" destId="{D9FDD849-BD6B-404F-8372-183B3A2B5BFE}" srcOrd="7" destOrd="0" presId="urn:microsoft.com/office/officeart/2018/2/layout/IconCircleList"/>
    <dgm:cxn modelId="{ED714629-75F0-4853-AF46-CA3F80B9BE0C}" type="presParOf" srcId="{21C656C8-124C-4FDF-B7B3-EC8EC76433EA}" destId="{9E9807CA-3891-4B53-9BBE-E25501B91F9E}" srcOrd="8" destOrd="0" presId="urn:microsoft.com/office/officeart/2018/2/layout/IconCircleList"/>
    <dgm:cxn modelId="{62E860A3-A4B3-4DB5-9B3A-A76F53709432}" type="presParOf" srcId="{9E9807CA-3891-4B53-9BBE-E25501B91F9E}" destId="{CFF276C0-0187-44A8-BA5B-A8E8917BE5F3}" srcOrd="0" destOrd="0" presId="urn:microsoft.com/office/officeart/2018/2/layout/IconCircleList"/>
    <dgm:cxn modelId="{C87D9665-0F73-4DEB-B138-37882E7DAD69}" type="presParOf" srcId="{9E9807CA-3891-4B53-9BBE-E25501B91F9E}" destId="{03AC198C-7A7A-4735-A12E-04EA220762B7}" srcOrd="1" destOrd="0" presId="urn:microsoft.com/office/officeart/2018/2/layout/IconCircleList"/>
    <dgm:cxn modelId="{B8943D7E-9815-4903-80C6-10C495BCDD5B}" type="presParOf" srcId="{9E9807CA-3891-4B53-9BBE-E25501B91F9E}" destId="{0F87C362-FD21-4B66-8F57-1A75F280B145}" srcOrd="2" destOrd="0" presId="urn:microsoft.com/office/officeart/2018/2/layout/IconCircleList"/>
    <dgm:cxn modelId="{E95AED09-97DC-4CF6-BE4E-0870DCB4A7A0}" type="presParOf" srcId="{9E9807CA-3891-4B53-9BBE-E25501B91F9E}" destId="{625CC6B5-0F2C-4B50-99C7-13A51BA3EC49}" srcOrd="3" destOrd="0" presId="urn:microsoft.com/office/officeart/2018/2/layout/IconCircleList"/>
    <dgm:cxn modelId="{8F9DEFE4-A266-459F-92C7-B17A00390CD0}" type="presParOf" srcId="{21C656C8-124C-4FDF-B7B3-EC8EC76433EA}" destId="{AB1CA775-FDF6-4923-8D35-2A800012B3B5}" srcOrd="9" destOrd="0" presId="urn:microsoft.com/office/officeart/2018/2/layout/IconCircleList"/>
    <dgm:cxn modelId="{6B323B04-A5BA-41C1-8A77-F30897254B5D}" type="presParOf" srcId="{21C656C8-124C-4FDF-B7B3-EC8EC76433EA}" destId="{97055D1D-6075-4982-B910-1A07CBD621A7}" srcOrd="10" destOrd="0" presId="urn:microsoft.com/office/officeart/2018/2/layout/IconCircleList"/>
    <dgm:cxn modelId="{339DE2AC-6B71-42D0-8D51-DD56DE53FBC1}" type="presParOf" srcId="{97055D1D-6075-4982-B910-1A07CBD621A7}" destId="{D8A1F939-0FC3-445D-8E8B-A5E9D65EAC3E}" srcOrd="0" destOrd="0" presId="urn:microsoft.com/office/officeart/2018/2/layout/IconCircleList"/>
    <dgm:cxn modelId="{08E5E38F-0872-4E3A-A34A-BC025DDAACCA}" type="presParOf" srcId="{97055D1D-6075-4982-B910-1A07CBD621A7}" destId="{A6733763-6B5A-41F4-93AA-18F5741EEE44}" srcOrd="1" destOrd="0" presId="urn:microsoft.com/office/officeart/2018/2/layout/IconCircleList"/>
    <dgm:cxn modelId="{C1C7356A-97A0-421B-8E02-5031EAD42DAE}" type="presParOf" srcId="{97055D1D-6075-4982-B910-1A07CBD621A7}" destId="{270FD07F-0F7C-4C93-A6F0-D47203B1E40B}" srcOrd="2" destOrd="0" presId="urn:microsoft.com/office/officeart/2018/2/layout/IconCircleList"/>
    <dgm:cxn modelId="{E6359840-BE9A-42E5-B8E0-D330E3BEB008}" type="presParOf" srcId="{97055D1D-6075-4982-B910-1A07CBD621A7}" destId="{4234BE4A-70A4-4E69-A41D-C241F9737BC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62028C-303D-4361-8B80-369ED289E4D1}">
      <dsp:nvSpPr>
        <dsp:cNvPr id="0" name=""/>
        <dsp:cNvSpPr/>
      </dsp:nvSpPr>
      <dsp:spPr>
        <a:xfrm>
          <a:off x="321900" y="944309"/>
          <a:ext cx="925338" cy="925338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B35828-54E4-4E68-89EE-CD5C9B0100B1}">
      <dsp:nvSpPr>
        <dsp:cNvPr id="0" name=""/>
        <dsp:cNvSpPr/>
      </dsp:nvSpPr>
      <dsp:spPr>
        <a:xfrm>
          <a:off x="516221" y="1138630"/>
          <a:ext cx="536696" cy="5366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01BF40-D83F-4631-BFA9-88EB4F2A76A3}">
      <dsp:nvSpPr>
        <dsp:cNvPr id="0" name=""/>
        <dsp:cNvSpPr/>
      </dsp:nvSpPr>
      <dsp:spPr>
        <a:xfrm>
          <a:off x="1445525" y="944309"/>
          <a:ext cx="2181154" cy="925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Allow flexible filtering of data to Gender, End Use, Product Class and Sub-class and Style</a:t>
          </a:r>
        </a:p>
      </dsp:txBody>
      <dsp:txXfrm>
        <a:off x="1445525" y="944309"/>
        <a:ext cx="2181154" cy="925338"/>
      </dsp:txXfrm>
    </dsp:sp>
    <dsp:sp modelId="{A7750BF0-E351-4A60-94F1-802BF468A415}">
      <dsp:nvSpPr>
        <dsp:cNvPr id="0" name=""/>
        <dsp:cNvSpPr/>
      </dsp:nvSpPr>
      <dsp:spPr>
        <a:xfrm>
          <a:off x="4006730" y="944309"/>
          <a:ext cx="925338" cy="925338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CE68F8-E709-406F-8550-C692B83BFAA5}">
      <dsp:nvSpPr>
        <dsp:cNvPr id="0" name=""/>
        <dsp:cNvSpPr/>
      </dsp:nvSpPr>
      <dsp:spPr>
        <a:xfrm>
          <a:off x="4201051" y="1138630"/>
          <a:ext cx="536696" cy="5366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2331D0-64D8-4872-BABB-3A93F288A964}">
      <dsp:nvSpPr>
        <dsp:cNvPr id="0" name=""/>
        <dsp:cNvSpPr/>
      </dsp:nvSpPr>
      <dsp:spPr>
        <a:xfrm>
          <a:off x="5130355" y="944309"/>
          <a:ext cx="2181154" cy="925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 a Large-Language-Model (LLM) to extract overall Sentiment (Positive, Negative, Neutral)</a:t>
          </a:r>
        </a:p>
      </dsp:txBody>
      <dsp:txXfrm>
        <a:off x="5130355" y="944309"/>
        <a:ext cx="2181154" cy="925338"/>
      </dsp:txXfrm>
    </dsp:sp>
    <dsp:sp modelId="{1B1DB250-D267-461F-8329-501BFF588FD1}">
      <dsp:nvSpPr>
        <dsp:cNvPr id="0" name=""/>
        <dsp:cNvSpPr/>
      </dsp:nvSpPr>
      <dsp:spPr>
        <a:xfrm>
          <a:off x="7691559" y="944309"/>
          <a:ext cx="925338" cy="925338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062A5D-4417-49C6-8B59-FB341C8E9657}">
      <dsp:nvSpPr>
        <dsp:cNvPr id="0" name=""/>
        <dsp:cNvSpPr/>
      </dsp:nvSpPr>
      <dsp:spPr>
        <a:xfrm>
          <a:off x="7885880" y="1138630"/>
          <a:ext cx="536696" cy="5366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A9CF90-031E-4FC0-9A3F-B6D14C7CB796}">
      <dsp:nvSpPr>
        <dsp:cNvPr id="0" name=""/>
        <dsp:cNvSpPr/>
      </dsp:nvSpPr>
      <dsp:spPr>
        <a:xfrm>
          <a:off x="8815184" y="944309"/>
          <a:ext cx="2181154" cy="925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 the same model to extract Negative and Positive mentions and put in user-defined Categories</a:t>
          </a:r>
        </a:p>
      </dsp:txBody>
      <dsp:txXfrm>
        <a:off x="8815184" y="944309"/>
        <a:ext cx="2181154" cy="925338"/>
      </dsp:txXfrm>
    </dsp:sp>
    <dsp:sp modelId="{A5C6A704-3DE6-44A4-875F-E9EAF5982EBC}">
      <dsp:nvSpPr>
        <dsp:cNvPr id="0" name=""/>
        <dsp:cNvSpPr/>
      </dsp:nvSpPr>
      <dsp:spPr>
        <a:xfrm>
          <a:off x="321900" y="2635527"/>
          <a:ext cx="925338" cy="925338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FDD052-8584-4BE6-9846-07B41EC3D152}">
      <dsp:nvSpPr>
        <dsp:cNvPr id="0" name=""/>
        <dsp:cNvSpPr/>
      </dsp:nvSpPr>
      <dsp:spPr>
        <a:xfrm>
          <a:off x="516221" y="2829849"/>
          <a:ext cx="536696" cy="5366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FBBA36-F5D3-4F02-B3FA-F4D08EB7D30F}">
      <dsp:nvSpPr>
        <dsp:cNvPr id="0" name=""/>
        <dsp:cNvSpPr/>
      </dsp:nvSpPr>
      <dsp:spPr>
        <a:xfrm>
          <a:off x="1445525" y="2635527"/>
          <a:ext cx="2181154" cy="925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Plot changes in Numeric ratings, Sentiment and Mentions over time</a:t>
          </a:r>
        </a:p>
      </dsp:txBody>
      <dsp:txXfrm>
        <a:off x="1445525" y="2635527"/>
        <a:ext cx="2181154" cy="925338"/>
      </dsp:txXfrm>
    </dsp:sp>
    <dsp:sp modelId="{CFF276C0-0187-44A8-BA5B-A8E8917BE5F3}">
      <dsp:nvSpPr>
        <dsp:cNvPr id="0" name=""/>
        <dsp:cNvSpPr/>
      </dsp:nvSpPr>
      <dsp:spPr>
        <a:xfrm>
          <a:off x="4006730" y="2635527"/>
          <a:ext cx="925338" cy="925338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AC198C-7A7A-4735-A12E-04EA220762B7}">
      <dsp:nvSpPr>
        <dsp:cNvPr id="0" name=""/>
        <dsp:cNvSpPr/>
      </dsp:nvSpPr>
      <dsp:spPr>
        <a:xfrm>
          <a:off x="4201051" y="2829849"/>
          <a:ext cx="536696" cy="53669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5CC6B5-0F2C-4B50-99C7-13A51BA3EC49}">
      <dsp:nvSpPr>
        <dsp:cNvPr id="0" name=""/>
        <dsp:cNvSpPr/>
      </dsp:nvSpPr>
      <dsp:spPr>
        <a:xfrm>
          <a:off x="5130355" y="2635527"/>
          <a:ext cx="2181154" cy="925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Allow spot check of what customers are saying in their reviews</a:t>
          </a:r>
        </a:p>
      </dsp:txBody>
      <dsp:txXfrm>
        <a:off x="5130355" y="2635527"/>
        <a:ext cx="2181154" cy="925338"/>
      </dsp:txXfrm>
    </dsp:sp>
    <dsp:sp modelId="{D8A1F939-0FC3-445D-8E8B-A5E9D65EAC3E}">
      <dsp:nvSpPr>
        <dsp:cNvPr id="0" name=""/>
        <dsp:cNvSpPr/>
      </dsp:nvSpPr>
      <dsp:spPr>
        <a:xfrm>
          <a:off x="7691559" y="2635527"/>
          <a:ext cx="925338" cy="925338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733763-6B5A-41F4-93AA-18F5741EEE44}">
      <dsp:nvSpPr>
        <dsp:cNvPr id="0" name=""/>
        <dsp:cNvSpPr/>
      </dsp:nvSpPr>
      <dsp:spPr>
        <a:xfrm>
          <a:off x="7885880" y="2829849"/>
          <a:ext cx="536696" cy="53669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34BE4A-70A4-4E69-A41D-C241F9737BC8}">
      <dsp:nvSpPr>
        <dsp:cNvPr id="0" name=""/>
        <dsp:cNvSpPr/>
      </dsp:nvSpPr>
      <dsp:spPr>
        <a:xfrm>
          <a:off x="8815184" y="2635527"/>
          <a:ext cx="2181154" cy="925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 AI to look for trends and anomalies</a:t>
          </a:r>
        </a:p>
      </dsp:txBody>
      <dsp:txXfrm>
        <a:off x="8815184" y="2635527"/>
        <a:ext cx="2181154" cy="9253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39D6C-B0AB-BC44-9F28-656C4D4929B6}" type="datetimeFigureOut">
              <a:rPr lang="en-US" smtClean="0"/>
              <a:t>9/2/25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AC84A0-D401-9E42-A955-B164F376F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32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/>
              <a:t>Objective</a:t>
            </a:r>
          </a:p>
          <a:p>
            <a:pPr marL="228600" indent="-228600">
              <a:buAutoNum type="arabicPeriod"/>
            </a:pPr>
            <a:r>
              <a:rPr lang="en-US"/>
              <a:t>Focus</a:t>
            </a:r>
          </a:p>
          <a:p>
            <a:pPr marL="228600" indent="-228600">
              <a:buAutoNum type="arabicPeriod"/>
            </a:pPr>
            <a:r>
              <a:rPr lang="en-US"/>
              <a:t>Constraints</a:t>
            </a:r>
          </a:p>
          <a:p>
            <a:pPr marL="228600" indent="-228600">
              <a:buAutoNum type="arabicPeriod"/>
            </a:pPr>
            <a:r>
              <a:rPr lang="en-US"/>
              <a:t>Applications</a:t>
            </a:r>
          </a:p>
          <a:p>
            <a:pPr marL="228600" indent="-228600">
              <a:buAutoNum type="arabicPeriod"/>
            </a:pPr>
            <a:r>
              <a:rPr lang="en-US"/>
              <a:t>Success Metrics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C84A0-D401-9E42-A955-B164F376F1A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8181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89A9B-7804-2BF3-2F78-F36521D2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34BB1-E514-05F7-0B78-670D4246AC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BBB9FE-A749-5322-10E4-70C37FBE9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/>
              <a:t>Objective</a:t>
            </a:r>
          </a:p>
          <a:p>
            <a:pPr marL="228600" indent="-228600">
              <a:buAutoNum type="arabicPeriod"/>
            </a:pPr>
            <a:r>
              <a:rPr lang="en-US"/>
              <a:t>Focus</a:t>
            </a:r>
          </a:p>
          <a:p>
            <a:pPr marL="228600" indent="-228600">
              <a:buAutoNum type="arabicPeriod"/>
            </a:pPr>
            <a:r>
              <a:rPr lang="en-US"/>
              <a:t>Constraints</a:t>
            </a:r>
          </a:p>
          <a:p>
            <a:pPr marL="228600" indent="-228600">
              <a:buAutoNum type="arabicPeriod"/>
            </a:pPr>
            <a:r>
              <a:rPr lang="en-US"/>
              <a:t>Applications</a:t>
            </a:r>
          </a:p>
          <a:p>
            <a:pPr marL="228600" indent="-228600">
              <a:buAutoNum type="arabicPeriod"/>
            </a:pPr>
            <a:r>
              <a:rPr lang="en-US"/>
              <a:t>Success Metrics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6BAE6-2F73-A396-A82F-05A73E92E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C84A0-D401-9E42-A955-B164F376F1A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136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39688-F204-FCD6-5AAB-7AE9FBC1C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90FC83-8A13-429D-7837-167454ACC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1806F9-0E10-A0C6-2918-3ACCB4A7C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/>
              <a:t>Objective</a:t>
            </a:r>
          </a:p>
          <a:p>
            <a:pPr marL="228600" indent="-228600">
              <a:buAutoNum type="arabicPeriod"/>
            </a:pPr>
            <a:r>
              <a:rPr lang="en-US"/>
              <a:t>Focus</a:t>
            </a:r>
          </a:p>
          <a:p>
            <a:pPr marL="228600" indent="-228600">
              <a:buAutoNum type="arabicPeriod"/>
            </a:pPr>
            <a:r>
              <a:rPr lang="en-US"/>
              <a:t>Constraints</a:t>
            </a:r>
          </a:p>
          <a:p>
            <a:pPr marL="228600" indent="-228600">
              <a:buAutoNum type="arabicPeriod"/>
            </a:pPr>
            <a:r>
              <a:rPr lang="en-US"/>
              <a:t>Applications</a:t>
            </a:r>
          </a:p>
          <a:p>
            <a:pPr marL="228600" indent="-228600">
              <a:buAutoNum type="arabicPeriod"/>
            </a:pPr>
            <a:r>
              <a:rPr lang="en-US"/>
              <a:t>Success Metrics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093E2-0F1B-F996-EEF9-502C36A72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C84A0-D401-9E42-A955-B164F376F1A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14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D072E-8DF1-B190-E657-165FB2B44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76A87-A4DD-0D1C-84CC-7F639629F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F93AD2-EC42-2E15-9AF4-600CC538A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/>
              <a:t>Objective</a:t>
            </a:r>
          </a:p>
          <a:p>
            <a:pPr marL="228600" indent="-228600">
              <a:buAutoNum type="arabicPeriod"/>
            </a:pPr>
            <a:r>
              <a:rPr lang="en-US"/>
              <a:t>Focus</a:t>
            </a:r>
          </a:p>
          <a:p>
            <a:pPr marL="228600" indent="-228600">
              <a:buAutoNum type="arabicPeriod"/>
            </a:pPr>
            <a:r>
              <a:rPr lang="en-US"/>
              <a:t>Constraints</a:t>
            </a:r>
          </a:p>
          <a:p>
            <a:pPr marL="228600" indent="-228600">
              <a:buAutoNum type="arabicPeriod"/>
            </a:pPr>
            <a:r>
              <a:rPr lang="en-US"/>
              <a:t>Applications</a:t>
            </a:r>
          </a:p>
          <a:p>
            <a:pPr marL="228600" indent="-228600">
              <a:buAutoNum type="arabicPeriod"/>
            </a:pPr>
            <a:r>
              <a:rPr lang="en-US"/>
              <a:t>Success Metrics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0E1FC-5CB3-D9A4-A260-D9720D8989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C84A0-D401-9E42-A955-B164F376F1A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81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EBB11-9E08-545A-C727-62859DEB6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425163-9119-D472-4A73-22A493FCA4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99EEAB-73E1-9051-C0B7-CFC50BA52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/>
              <a:t>Objective</a:t>
            </a:r>
          </a:p>
          <a:p>
            <a:pPr marL="228600" indent="-228600">
              <a:buAutoNum type="arabicPeriod"/>
            </a:pPr>
            <a:r>
              <a:rPr lang="en-US"/>
              <a:t>Focus</a:t>
            </a:r>
          </a:p>
          <a:p>
            <a:pPr marL="228600" indent="-228600">
              <a:buAutoNum type="arabicPeriod"/>
            </a:pPr>
            <a:r>
              <a:rPr lang="en-US"/>
              <a:t>Constraints</a:t>
            </a:r>
          </a:p>
          <a:p>
            <a:pPr marL="228600" indent="-228600">
              <a:buAutoNum type="arabicPeriod"/>
            </a:pPr>
            <a:r>
              <a:rPr lang="en-US"/>
              <a:t>Applications</a:t>
            </a:r>
          </a:p>
          <a:p>
            <a:pPr marL="228600" indent="-228600">
              <a:buAutoNum type="arabicPeriod"/>
            </a:pPr>
            <a:r>
              <a:rPr lang="en-US"/>
              <a:t>Success Metrics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DC473-4744-696B-F657-034181AAB9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C84A0-D401-9E42-A955-B164F376F1A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049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0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EEE471-7B6F-BE4E-98C2-736E960F625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1635" cy="6858000"/>
          </a:xfrm>
        </p:spPr>
        <p:txBody>
          <a:bodyPr/>
          <a:lstStyle/>
          <a:p>
            <a:endParaRPr lang="en-US"/>
          </a:p>
        </p:txBody>
      </p:sp>
      <p:grpSp>
        <p:nvGrpSpPr>
          <p:cNvPr id="18" name="Graphic 5">
            <a:extLst>
              <a:ext uri="{FF2B5EF4-FFF2-40B4-BE49-F238E27FC236}">
                <a16:creationId xmlns:a16="http://schemas.microsoft.com/office/drawing/2014/main" id="{16909EC8-B0AE-6344-A683-FCE39607125B}"/>
              </a:ext>
            </a:extLst>
          </p:cNvPr>
          <p:cNvGrpSpPr/>
          <p:nvPr userDrawn="1"/>
        </p:nvGrpSpPr>
        <p:grpSpPr>
          <a:xfrm>
            <a:off x="341933" y="527539"/>
            <a:ext cx="1268057" cy="281354"/>
            <a:chOff x="2267307" y="2581910"/>
            <a:chExt cx="7643728" cy="1695977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AF558F8-FA8B-5B41-BA7D-23D1C491DF56}"/>
                </a:ext>
              </a:extLst>
            </p:cNvPr>
            <p:cNvSpPr/>
            <p:nvPr/>
          </p:nvSpPr>
          <p:spPr>
            <a:xfrm>
              <a:off x="2267307" y="2592753"/>
              <a:ext cx="1678956" cy="1685133"/>
            </a:xfrm>
            <a:custGeom>
              <a:avLst/>
              <a:gdLst>
                <a:gd name="connsiteX0" fmla="*/ 722672 w 1678956"/>
                <a:gd name="connsiteY0" fmla="*/ 0 h 1685133"/>
                <a:gd name="connsiteX1" fmla="*/ 722672 w 1678956"/>
                <a:gd name="connsiteY1" fmla="*/ 52050 h 1685133"/>
                <a:gd name="connsiteX2" fmla="*/ 591674 w 1678956"/>
                <a:gd name="connsiteY2" fmla="*/ 80244 h 1685133"/>
                <a:gd name="connsiteX3" fmla="*/ 552375 w 1678956"/>
                <a:gd name="connsiteY3" fmla="*/ 158320 h 1685133"/>
                <a:gd name="connsiteX4" fmla="*/ 561108 w 1678956"/>
                <a:gd name="connsiteY4" fmla="*/ 212539 h 1685133"/>
                <a:gd name="connsiteX5" fmla="*/ 589491 w 1678956"/>
                <a:gd name="connsiteY5" fmla="*/ 288446 h 1685133"/>
                <a:gd name="connsiteX6" fmla="*/ 967201 w 1678956"/>
                <a:gd name="connsiteY6" fmla="*/ 1192823 h 1685133"/>
                <a:gd name="connsiteX7" fmla="*/ 1288146 w 1678956"/>
                <a:gd name="connsiteY7" fmla="*/ 394716 h 1685133"/>
                <a:gd name="connsiteX8" fmla="*/ 1331812 w 1678956"/>
                <a:gd name="connsiteY8" fmla="*/ 271096 h 1685133"/>
                <a:gd name="connsiteX9" fmla="*/ 1351462 w 1678956"/>
                <a:gd name="connsiteY9" fmla="*/ 173502 h 1685133"/>
                <a:gd name="connsiteX10" fmla="*/ 1285963 w 1678956"/>
                <a:gd name="connsiteY10" fmla="*/ 73738 h 1685133"/>
                <a:gd name="connsiteX11" fmla="*/ 1178981 w 1678956"/>
                <a:gd name="connsiteY11" fmla="*/ 52050 h 1685133"/>
                <a:gd name="connsiteX12" fmla="*/ 1178981 w 1678956"/>
                <a:gd name="connsiteY12" fmla="*/ 0 h 1685133"/>
                <a:gd name="connsiteX13" fmla="*/ 1678957 w 1678956"/>
                <a:gd name="connsiteY13" fmla="*/ 0 h 1685133"/>
                <a:gd name="connsiteX14" fmla="*/ 1678957 w 1678956"/>
                <a:gd name="connsiteY14" fmla="*/ 52050 h 1685133"/>
                <a:gd name="connsiteX15" fmla="*/ 1552325 w 1678956"/>
                <a:gd name="connsiteY15" fmla="*/ 110607 h 1685133"/>
                <a:gd name="connsiteX16" fmla="*/ 1440977 w 1678956"/>
                <a:gd name="connsiteY16" fmla="*/ 344834 h 1685133"/>
                <a:gd name="connsiteX17" fmla="*/ 925719 w 1678956"/>
                <a:gd name="connsiteY17" fmla="*/ 1626577 h 1685133"/>
                <a:gd name="connsiteX18" fmla="*/ 901702 w 1678956"/>
                <a:gd name="connsiteY18" fmla="*/ 1672121 h 1685133"/>
                <a:gd name="connsiteX19" fmla="*/ 877686 w 1678956"/>
                <a:gd name="connsiteY19" fmla="*/ 1685134 h 1685133"/>
                <a:gd name="connsiteX20" fmla="*/ 847120 w 1678956"/>
                <a:gd name="connsiteY20" fmla="*/ 1663446 h 1685133"/>
                <a:gd name="connsiteX21" fmla="*/ 820920 w 1678956"/>
                <a:gd name="connsiteY21" fmla="*/ 1613564 h 1685133"/>
                <a:gd name="connsiteX22" fmla="*/ 272912 w 1678956"/>
                <a:gd name="connsiteY22" fmla="*/ 310134 h 1685133"/>
                <a:gd name="connsiteX23" fmla="*/ 130998 w 1678956"/>
                <a:gd name="connsiteY23" fmla="*/ 95426 h 1685133"/>
                <a:gd name="connsiteX24" fmla="*/ 0 w 1678956"/>
                <a:gd name="connsiteY24" fmla="*/ 52050 h 1685133"/>
                <a:gd name="connsiteX25" fmla="*/ 0 w 1678956"/>
                <a:gd name="connsiteY25" fmla="*/ 0 h 1685133"/>
                <a:gd name="connsiteX26" fmla="*/ 722672 w 1678956"/>
                <a:gd name="connsiteY26" fmla="*/ 0 h 168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78956" h="1685133">
                  <a:moveTo>
                    <a:pt x="722672" y="0"/>
                  </a:moveTo>
                  <a:lnTo>
                    <a:pt x="722672" y="52050"/>
                  </a:lnTo>
                  <a:cubicBezTo>
                    <a:pt x="661540" y="58557"/>
                    <a:pt x="615690" y="69401"/>
                    <a:pt x="591674" y="80244"/>
                  </a:cubicBezTo>
                  <a:cubicBezTo>
                    <a:pt x="565474" y="93257"/>
                    <a:pt x="552375" y="119282"/>
                    <a:pt x="552375" y="158320"/>
                  </a:cubicBezTo>
                  <a:cubicBezTo>
                    <a:pt x="552375" y="177839"/>
                    <a:pt x="554558" y="195189"/>
                    <a:pt x="561108" y="212539"/>
                  </a:cubicBezTo>
                  <a:cubicBezTo>
                    <a:pt x="565474" y="229890"/>
                    <a:pt x="576391" y="255915"/>
                    <a:pt x="589491" y="288446"/>
                  </a:cubicBezTo>
                  <a:lnTo>
                    <a:pt x="967201" y="1192823"/>
                  </a:lnTo>
                  <a:lnTo>
                    <a:pt x="1288146" y="394716"/>
                  </a:lnTo>
                  <a:cubicBezTo>
                    <a:pt x="1303429" y="355678"/>
                    <a:pt x="1318712" y="314472"/>
                    <a:pt x="1331812" y="271096"/>
                  </a:cubicBezTo>
                  <a:cubicBezTo>
                    <a:pt x="1344912" y="227721"/>
                    <a:pt x="1351462" y="195189"/>
                    <a:pt x="1351462" y="173502"/>
                  </a:cubicBezTo>
                  <a:cubicBezTo>
                    <a:pt x="1351462" y="127957"/>
                    <a:pt x="1329629" y="93257"/>
                    <a:pt x="1285963" y="73738"/>
                  </a:cubicBezTo>
                  <a:cubicBezTo>
                    <a:pt x="1259763" y="62894"/>
                    <a:pt x="1222647" y="56388"/>
                    <a:pt x="1178981" y="52050"/>
                  </a:cubicBezTo>
                  <a:lnTo>
                    <a:pt x="1178981" y="0"/>
                  </a:lnTo>
                  <a:lnTo>
                    <a:pt x="1678957" y="0"/>
                  </a:lnTo>
                  <a:lnTo>
                    <a:pt x="1678957" y="52050"/>
                  </a:lnTo>
                  <a:cubicBezTo>
                    <a:pt x="1620008" y="56388"/>
                    <a:pt x="1578525" y="75907"/>
                    <a:pt x="1552325" y="110607"/>
                  </a:cubicBezTo>
                  <a:cubicBezTo>
                    <a:pt x="1526126" y="145308"/>
                    <a:pt x="1489010" y="223383"/>
                    <a:pt x="1440977" y="344834"/>
                  </a:cubicBezTo>
                  <a:lnTo>
                    <a:pt x="925719" y="1626577"/>
                  </a:lnTo>
                  <a:cubicBezTo>
                    <a:pt x="916985" y="1648265"/>
                    <a:pt x="908252" y="1663446"/>
                    <a:pt x="901702" y="1672121"/>
                  </a:cubicBezTo>
                  <a:cubicBezTo>
                    <a:pt x="895152" y="1680796"/>
                    <a:pt x="888603" y="1685134"/>
                    <a:pt x="877686" y="1685134"/>
                  </a:cubicBezTo>
                  <a:cubicBezTo>
                    <a:pt x="866770" y="1685134"/>
                    <a:pt x="855853" y="1678627"/>
                    <a:pt x="847120" y="1663446"/>
                  </a:cubicBezTo>
                  <a:cubicBezTo>
                    <a:pt x="838387" y="1650433"/>
                    <a:pt x="829654" y="1633083"/>
                    <a:pt x="820920" y="1613564"/>
                  </a:cubicBezTo>
                  <a:lnTo>
                    <a:pt x="272912" y="310134"/>
                  </a:lnTo>
                  <a:cubicBezTo>
                    <a:pt x="229246" y="203864"/>
                    <a:pt x="181214" y="132295"/>
                    <a:pt x="130998" y="95426"/>
                  </a:cubicBezTo>
                  <a:cubicBezTo>
                    <a:pt x="100432" y="73738"/>
                    <a:pt x="56766" y="58557"/>
                    <a:pt x="0" y="52050"/>
                  </a:cubicBezTo>
                  <a:lnTo>
                    <a:pt x="0" y="0"/>
                  </a:lnTo>
                  <a:lnTo>
                    <a:pt x="722672" y="0"/>
                  </a:lnTo>
                  <a:close/>
                </a:path>
              </a:pathLst>
            </a:custGeom>
            <a:grpFill/>
            <a:ln w="21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069D2820-73C1-2B46-B5C1-971B1D56C700}"/>
                </a:ext>
              </a:extLst>
            </p:cNvPr>
            <p:cNvSpPr/>
            <p:nvPr/>
          </p:nvSpPr>
          <p:spPr>
            <a:xfrm>
              <a:off x="4077262" y="2586247"/>
              <a:ext cx="1709522" cy="1680796"/>
            </a:xfrm>
            <a:custGeom>
              <a:avLst/>
              <a:gdLst>
                <a:gd name="connsiteX0" fmla="*/ 528358 w 1709522"/>
                <a:gd name="connsiteY0" fmla="*/ 0 h 1680796"/>
                <a:gd name="connsiteX1" fmla="*/ 528358 w 1709522"/>
                <a:gd name="connsiteY1" fmla="*/ 1136435 h 1680796"/>
                <a:gd name="connsiteX2" fmla="*/ 563291 w 1709522"/>
                <a:gd name="connsiteY2" fmla="*/ 1329456 h 1680796"/>
                <a:gd name="connsiteX3" fmla="*/ 810004 w 1709522"/>
                <a:gd name="connsiteY3" fmla="*/ 1463919 h 1680796"/>
                <a:gd name="connsiteX4" fmla="*/ 1050166 w 1709522"/>
                <a:gd name="connsiteY4" fmla="*/ 1383675 h 1680796"/>
                <a:gd name="connsiteX5" fmla="*/ 1185531 w 1709522"/>
                <a:gd name="connsiteY5" fmla="*/ 1262224 h 1680796"/>
                <a:gd name="connsiteX6" fmla="*/ 1185531 w 1709522"/>
                <a:gd name="connsiteY6" fmla="*/ 290615 h 1680796"/>
                <a:gd name="connsiteX7" fmla="*/ 1130949 w 1709522"/>
                <a:gd name="connsiteY7" fmla="*/ 110607 h 1680796"/>
                <a:gd name="connsiteX8" fmla="*/ 916985 w 1709522"/>
                <a:gd name="connsiteY8" fmla="*/ 58557 h 1680796"/>
                <a:gd name="connsiteX9" fmla="*/ 916985 w 1709522"/>
                <a:gd name="connsiteY9" fmla="*/ 0 h 1680796"/>
                <a:gd name="connsiteX10" fmla="*/ 1489010 w 1709522"/>
                <a:gd name="connsiteY10" fmla="*/ 0 h 1680796"/>
                <a:gd name="connsiteX11" fmla="*/ 1489010 w 1709522"/>
                <a:gd name="connsiteY11" fmla="*/ 1266561 h 1680796"/>
                <a:gd name="connsiteX12" fmla="*/ 1530492 w 1709522"/>
                <a:gd name="connsiteY12" fmla="*/ 1427050 h 1680796"/>
                <a:gd name="connsiteX13" fmla="*/ 1709523 w 1709522"/>
                <a:gd name="connsiteY13" fmla="*/ 1466088 h 1680796"/>
                <a:gd name="connsiteX14" fmla="*/ 1709523 w 1709522"/>
                <a:gd name="connsiteY14" fmla="*/ 1518138 h 1680796"/>
                <a:gd name="connsiteX15" fmla="*/ 1567609 w 1709522"/>
                <a:gd name="connsiteY15" fmla="*/ 1557176 h 1680796"/>
                <a:gd name="connsiteX16" fmla="*/ 1414778 w 1709522"/>
                <a:gd name="connsiteY16" fmla="*/ 1604889 h 1680796"/>
                <a:gd name="connsiteX17" fmla="*/ 1213914 w 1709522"/>
                <a:gd name="connsiteY17" fmla="*/ 1680796 h 1680796"/>
                <a:gd name="connsiteX18" fmla="*/ 1202997 w 1709522"/>
                <a:gd name="connsiteY18" fmla="*/ 1672121 h 1680796"/>
                <a:gd name="connsiteX19" fmla="*/ 1200814 w 1709522"/>
                <a:gd name="connsiteY19" fmla="*/ 1652602 h 1680796"/>
                <a:gd name="connsiteX20" fmla="*/ 1200814 w 1709522"/>
                <a:gd name="connsiteY20" fmla="*/ 1359818 h 1680796"/>
                <a:gd name="connsiteX21" fmla="*/ 978118 w 1709522"/>
                <a:gd name="connsiteY21" fmla="*/ 1572358 h 1680796"/>
                <a:gd name="connsiteX22" fmla="*/ 654990 w 1709522"/>
                <a:gd name="connsiteY22" fmla="*/ 1678627 h 1680796"/>
                <a:gd name="connsiteX23" fmla="*/ 360244 w 1709522"/>
                <a:gd name="connsiteY23" fmla="*/ 1568020 h 1680796"/>
                <a:gd name="connsiteX24" fmla="*/ 220513 w 1709522"/>
                <a:gd name="connsiteY24" fmla="*/ 1203667 h 1680796"/>
                <a:gd name="connsiteX25" fmla="*/ 220513 w 1709522"/>
                <a:gd name="connsiteY25" fmla="*/ 286278 h 1680796"/>
                <a:gd name="connsiteX26" fmla="*/ 161564 w 1709522"/>
                <a:gd name="connsiteY26" fmla="*/ 95426 h 1680796"/>
                <a:gd name="connsiteX27" fmla="*/ 0 w 1709522"/>
                <a:gd name="connsiteY27" fmla="*/ 54219 h 1680796"/>
                <a:gd name="connsiteX28" fmla="*/ 0 w 1709522"/>
                <a:gd name="connsiteY28" fmla="*/ 0 h 1680796"/>
                <a:gd name="connsiteX29" fmla="*/ 528358 w 1709522"/>
                <a:gd name="connsiteY29" fmla="*/ 0 h 1680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09522" h="1680796">
                  <a:moveTo>
                    <a:pt x="528358" y="0"/>
                  </a:moveTo>
                  <a:lnTo>
                    <a:pt x="528358" y="1136435"/>
                  </a:lnTo>
                  <a:cubicBezTo>
                    <a:pt x="528358" y="1216680"/>
                    <a:pt x="539275" y="1281743"/>
                    <a:pt x="563291" y="1329456"/>
                  </a:cubicBezTo>
                  <a:cubicBezTo>
                    <a:pt x="606957" y="1418375"/>
                    <a:pt x="689922" y="1463919"/>
                    <a:pt x="810004" y="1463919"/>
                  </a:cubicBezTo>
                  <a:cubicBezTo>
                    <a:pt x="890786" y="1463919"/>
                    <a:pt x="971568" y="1437894"/>
                    <a:pt x="1050166" y="1383675"/>
                  </a:cubicBezTo>
                  <a:cubicBezTo>
                    <a:pt x="1093832" y="1353312"/>
                    <a:pt x="1139682" y="1314274"/>
                    <a:pt x="1185531" y="1262224"/>
                  </a:cubicBezTo>
                  <a:lnTo>
                    <a:pt x="1185531" y="290615"/>
                  </a:lnTo>
                  <a:cubicBezTo>
                    <a:pt x="1185531" y="199527"/>
                    <a:pt x="1168065" y="138801"/>
                    <a:pt x="1130949" y="110607"/>
                  </a:cubicBezTo>
                  <a:cubicBezTo>
                    <a:pt x="1096016" y="82413"/>
                    <a:pt x="1023967" y="65063"/>
                    <a:pt x="916985" y="58557"/>
                  </a:cubicBezTo>
                  <a:lnTo>
                    <a:pt x="916985" y="0"/>
                  </a:lnTo>
                  <a:lnTo>
                    <a:pt x="1489010" y="0"/>
                  </a:lnTo>
                  <a:lnTo>
                    <a:pt x="1489010" y="1266561"/>
                  </a:lnTo>
                  <a:cubicBezTo>
                    <a:pt x="1489010" y="1344637"/>
                    <a:pt x="1502110" y="1398856"/>
                    <a:pt x="1530492" y="1427050"/>
                  </a:cubicBezTo>
                  <a:cubicBezTo>
                    <a:pt x="1558875" y="1457413"/>
                    <a:pt x="1617824" y="1470426"/>
                    <a:pt x="1709523" y="1466088"/>
                  </a:cubicBezTo>
                  <a:lnTo>
                    <a:pt x="1709523" y="1518138"/>
                  </a:lnTo>
                  <a:cubicBezTo>
                    <a:pt x="1644024" y="1535489"/>
                    <a:pt x="1598175" y="1548501"/>
                    <a:pt x="1567609" y="1557176"/>
                  </a:cubicBezTo>
                  <a:cubicBezTo>
                    <a:pt x="1537042" y="1565851"/>
                    <a:pt x="1486826" y="1581033"/>
                    <a:pt x="1414778" y="1604889"/>
                  </a:cubicBezTo>
                  <a:cubicBezTo>
                    <a:pt x="1384211" y="1615733"/>
                    <a:pt x="1316529" y="1639590"/>
                    <a:pt x="1213914" y="1680796"/>
                  </a:cubicBezTo>
                  <a:cubicBezTo>
                    <a:pt x="1207364" y="1680796"/>
                    <a:pt x="1205181" y="1678627"/>
                    <a:pt x="1202997" y="1672121"/>
                  </a:cubicBezTo>
                  <a:cubicBezTo>
                    <a:pt x="1200814" y="1665615"/>
                    <a:pt x="1200814" y="1659108"/>
                    <a:pt x="1200814" y="1652602"/>
                  </a:cubicBezTo>
                  <a:lnTo>
                    <a:pt x="1200814" y="1359818"/>
                  </a:lnTo>
                  <a:cubicBezTo>
                    <a:pt x="1120032" y="1455244"/>
                    <a:pt x="1045800" y="1526814"/>
                    <a:pt x="978118" y="1572358"/>
                  </a:cubicBezTo>
                  <a:cubicBezTo>
                    <a:pt x="875503" y="1643927"/>
                    <a:pt x="768521" y="1678627"/>
                    <a:pt x="654990" y="1678627"/>
                  </a:cubicBezTo>
                  <a:cubicBezTo>
                    <a:pt x="550191" y="1678627"/>
                    <a:pt x="451943" y="1641758"/>
                    <a:pt x="360244" y="1568020"/>
                  </a:cubicBezTo>
                  <a:cubicBezTo>
                    <a:pt x="266362" y="1496451"/>
                    <a:pt x="220513" y="1375000"/>
                    <a:pt x="220513" y="1203667"/>
                  </a:cubicBezTo>
                  <a:lnTo>
                    <a:pt x="220513" y="286278"/>
                  </a:lnTo>
                  <a:cubicBezTo>
                    <a:pt x="220513" y="190852"/>
                    <a:pt x="200863" y="127957"/>
                    <a:pt x="161564" y="95426"/>
                  </a:cubicBezTo>
                  <a:cubicBezTo>
                    <a:pt x="135364" y="75907"/>
                    <a:pt x="82965" y="60726"/>
                    <a:pt x="0" y="54219"/>
                  </a:cubicBezTo>
                  <a:lnTo>
                    <a:pt x="0" y="0"/>
                  </a:lnTo>
                  <a:lnTo>
                    <a:pt x="528358" y="0"/>
                  </a:lnTo>
                  <a:close/>
                </a:path>
              </a:pathLst>
            </a:custGeom>
            <a:grpFill/>
            <a:ln w="21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A9BC323-619E-3E4A-8B6E-1F31A045760B}"/>
                </a:ext>
              </a:extLst>
            </p:cNvPr>
            <p:cNvSpPr/>
            <p:nvPr/>
          </p:nvSpPr>
          <p:spPr>
            <a:xfrm>
              <a:off x="5965815" y="2581910"/>
              <a:ext cx="1593807" cy="1691640"/>
            </a:xfrm>
            <a:custGeom>
              <a:avLst/>
              <a:gdLst>
                <a:gd name="connsiteX0" fmla="*/ 499975 w 1593807"/>
                <a:gd name="connsiteY0" fmla="*/ 190852 h 1691640"/>
                <a:gd name="connsiteX1" fmla="*/ 323128 w 1593807"/>
                <a:gd name="connsiteY1" fmla="*/ 739550 h 1691640"/>
                <a:gd name="connsiteX2" fmla="*/ 465043 w 1593807"/>
                <a:gd name="connsiteY2" fmla="*/ 1320781 h 1691640"/>
                <a:gd name="connsiteX3" fmla="*/ 858036 w 1593807"/>
                <a:gd name="connsiteY3" fmla="*/ 1589708 h 1691640"/>
                <a:gd name="connsiteX4" fmla="*/ 1161515 w 1593807"/>
                <a:gd name="connsiteY4" fmla="*/ 1409700 h 1691640"/>
                <a:gd name="connsiteX5" fmla="*/ 1268496 w 1593807"/>
                <a:gd name="connsiteY5" fmla="*/ 939077 h 1691640"/>
                <a:gd name="connsiteX6" fmla="*/ 1133132 w 1593807"/>
                <a:gd name="connsiteY6" fmla="*/ 368691 h 1691640"/>
                <a:gd name="connsiteX7" fmla="*/ 740138 w 1593807"/>
                <a:gd name="connsiteY7" fmla="*/ 101932 h 1691640"/>
                <a:gd name="connsiteX8" fmla="*/ 499975 w 1593807"/>
                <a:gd name="connsiteY8" fmla="*/ 190852 h 1691640"/>
                <a:gd name="connsiteX9" fmla="*/ 222696 w 1593807"/>
                <a:gd name="connsiteY9" fmla="*/ 240733 h 1691640"/>
                <a:gd name="connsiteX10" fmla="*/ 792537 w 1593807"/>
                <a:gd name="connsiteY10" fmla="*/ 0 h 1691640"/>
                <a:gd name="connsiteX11" fmla="*/ 1366745 w 1593807"/>
                <a:gd name="connsiteY11" fmla="*/ 227721 h 1691640"/>
                <a:gd name="connsiteX12" fmla="*/ 1593808 w 1593807"/>
                <a:gd name="connsiteY12" fmla="*/ 832807 h 1691640"/>
                <a:gd name="connsiteX13" fmla="*/ 1373295 w 1593807"/>
                <a:gd name="connsiteY13" fmla="*/ 1435725 h 1691640"/>
                <a:gd name="connsiteX14" fmla="*/ 803454 w 1593807"/>
                <a:gd name="connsiteY14" fmla="*/ 1691640 h 1691640"/>
                <a:gd name="connsiteX15" fmla="*/ 233613 w 1593807"/>
                <a:gd name="connsiteY15" fmla="*/ 1446569 h 1691640"/>
                <a:gd name="connsiteX16" fmla="*/ 0 w 1593807"/>
                <a:gd name="connsiteY16" fmla="*/ 828470 h 1691640"/>
                <a:gd name="connsiteX17" fmla="*/ 222696 w 1593807"/>
                <a:gd name="connsiteY17" fmla="*/ 240733 h 1691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93807" h="1691640">
                  <a:moveTo>
                    <a:pt x="499975" y="190852"/>
                  </a:moveTo>
                  <a:cubicBezTo>
                    <a:pt x="382077" y="297121"/>
                    <a:pt x="323128" y="479298"/>
                    <a:pt x="323128" y="739550"/>
                  </a:cubicBezTo>
                  <a:cubicBezTo>
                    <a:pt x="323128" y="947752"/>
                    <a:pt x="371161" y="1140773"/>
                    <a:pt x="465043" y="1320781"/>
                  </a:cubicBezTo>
                  <a:cubicBezTo>
                    <a:pt x="558924" y="1500788"/>
                    <a:pt x="689922" y="1589708"/>
                    <a:pt x="858036" y="1589708"/>
                  </a:cubicBezTo>
                  <a:cubicBezTo>
                    <a:pt x="989034" y="1589708"/>
                    <a:pt x="1091649" y="1528982"/>
                    <a:pt x="1161515" y="1409700"/>
                  </a:cubicBezTo>
                  <a:cubicBezTo>
                    <a:pt x="1233564" y="1290418"/>
                    <a:pt x="1268496" y="1132098"/>
                    <a:pt x="1268496" y="939077"/>
                  </a:cubicBezTo>
                  <a:cubicBezTo>
                    <a:pt x="1268496" y="737382"/>
                    <a:pt x="1222647" y="546530"/>
                    <a:pt x="1133132" y="368691"/>
                  </a:cubicBezTo>
                  <a:cubicBezTo>
                    <a:pt x="1043617" y="190852"/>
                    <a:pt x="912619" y="101932"/>
                    <a:pt x="740138" y="101932"/>
                  </a:cubicBezTo>
                  <a:cubicBezTo>
                    <a:pt x="648440" y="101932"/>
                    <a:pt x="567658" y="132295"/>
                    <a:pt x="499975" y="190852"/>
                  </a:cubicBezTo>
                  <a:moveTo>
                    <a:pt x="222696" y="240733"/>
                  </a:moveTo>
                  <a:cubicBezTo>
                    <a:pt x="368977" y="80244"/>
                    <a:pt x="558924" y="0"/>
                    <a:pt x="792537" y="0"/>
                  </a:cubicBezTo>
                  <a:cubicBezTo>
                    <a:pt x="1023967" y="0"/>
                    <a:pt x="1216097" y="75907"/>
                    <a:pt x="1366745" y="227721"/>
                  </a:cubicBezTo>
                  <a:cubicBezTo>
                    <a:pt x="1517393" y="379535"/>
                    <a:pt x="1593808" y="579061"/>
                    <a:pt x="1593808" y="832807"/>
                  </a:cubicBezTo>
                  <a:cubicBezTo>
                    <a:pt x="1593808" y="1064866"/>
                    <a:pt x="1519576" y="1266561"/>
                    <a:pt x="1373295" y="1435725"/>
                  </a:cubicBezTo>
                  <a:cubicBezTo>
                    <a:pt x="1227014" y="1604889"/>
                    <a:pt x="1037067" y="1691640"/>
                    <a:pt x="803454" y="1691640"/>
                  </a:cubicBezTo>
                  <a:cubicBezTo>
                    <a:pt x="578574" y="1691640"/>
                    <a:pt x="388627" y="1609227"/>
                    <a:pt x="233613" y="1446569"/>
                  </a:cubicBezTo>
                  <a:cubicBezTo>
                    <a:pt x="78599" y="1281743"/>
                    <a:pt x="0" y="1075710"/>
                    <a:pt x="0" y="828470"/>
                  </a:cubicBezTo>
                  <a:cubicBezTo>
                    <a:pt x="0" y="596412"/>
                    <a:pt x="74232" y="399054"/>
                    <a:pt x="222696" y="240733"/>
                  </a:cubicBezTo>
                </a:path>
              </a:pathLst>
            </a:custGeom>
            <a:grpFill/>
            <a:ln w="21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03A7D2C2-C884-2E45-8088-01D8F593A044}"/>
                </a:ext>
              </a:extLst>
            </p:cNvPr>
            <p:cNvSpPr/>
            <p:nvPr/>
          </p:nvSpPr>
          <p:spPr>
            <a:xfrm>
              <a:off x="7736470" y="2586247"/>
              <a:ext cx="1211730" cy="1674289"/>
            </a:xfrm>
            <a:custGeom>
              <a:avLst/>
              <a:gdLst>
                <a:gd name="connsiteX0" fmla="*/ 0 w 1211730"/>
                <a:gd name="connsiteY0" fmla="*/ 1620071 h 1674289"/>
                <a:gd name="connsiteX1" fmla="*/ 218330 w 1211730"/>
                <a:gd name="connsiteY1" fmla="*/ 1561514 h 1674289"/>
                <a:gd name="connsiteX2" fmla="*/ 272912 w 1211730"/>
                <a:gd name="connsiteY2" fmla="*/ 1375000 h 1674289"/>
                <a:gd name="connsiteX3" fmla="*/ 272912 w 1211730"/>
                <a:gd name="connsiteY3" fmla="*/ 568218 h 1674289"/>
                <a:gd name="connsiteX4" fmla="*/ 240163 w 1211730"/>
                <a:gd name="connsiteY4" fmla="*/ 316640 h 1674289"/>
                <a:gd name="connsiteX5" fmla="*/ 117898 w 1211730"/>
                <a:gd name="connsiteY5" fmla="*/ 240733 h 1674289"/>
                <a:gd name="connsiteX6" fmla="*/ 69866 w 1211730"/>
                <a:gd name="connsiteY6" fmla="*/ 245071 h 1674289"/>
                <a:gd name="connsiteX7" fmla="*/ 6550 w 1211730"/>
                <a:gd name="connsiteY7" fmla="*/ 255915 h 1674289"/>
                <a:gd name="connsiteX8" fmla="*/ 6550 w 1211730"/>
                <a:gd name="connsiteY8" fmla="*/ 199527 h 1674289"/>
                <a:gd name="connsiteX9" fmla="*/ 218330 w 1211730"/>
                <a:gd name="connsiteY9" fmla="*/ 127957 h 1674289"/>
                <a:gd name="connsiteX10" fmla="*/ 368977 w 1211730"/>
                <a:gd name="connsiteY10" fmla="*/ 75907 h 1674289"/>
                <a:gd name="connsiteX11" fmla="*/ 554558 w 1211730"/>
                <a:gd name="connsiteY11" fmla="*/ 0 h 1674289"/>
                <a:gd name="connsiteX12" fmla="*/ 569841 w 1211730"/>
                <a:gd name="connsiteY12" fmla="*/ 8675 h 1674289"/>
                <a:gd name="connsiteX13" fmla="*/ 572025 w 1211730"/>
                <a:gd name="connsiteY13" fmla="*/ 49882 h 1674289"/>
                <a:gd name="connsiteX14" fmla="*/ 572025 w 1211730"/>
                <a:gd name="connsiteY14" fmla="*/ 344834 h 1674289"/>
                <a:gd name="connsiteX15" fmla="*/ 790354 w 1211730"/>
                <a:gd name="connsiteY15" fmla="*/ 95426 h 1674289"/>
                <a:gd name="connsiteX16" fmla="*/ 1008684 w 1211730"/>
                <a:gd name="connsiteY16" fmla="*/ 6506 h 1674289"/>
                <a:gd name="connsiteX17" fmla="*/ 1154965 w 1211730"/>
                <a:gd name="connsiteY17" fmla="*/ 60726 h 1674289"/>
                <a:gd name="connsiteX18" fmla="*/ 1211731 w 1211730"/>
                <a:gd name="connsiteY18" fmla="*/ 199527 h 1674289"/>
                <a:gd name="connsiteX19" fmla="*/ 1168065 w 1211730"/>
                <a:gd name="connsiteY19" fmla="*/ 323147 h 1674289"/>
                <a:gd name="connsiteX20" fmla="*/ 1061083 w 1211730"/>
                <a:gd name="connsiteY20" fmla="*/ 373028 h 1674289"/>
                <a:gd name="connsiteX21" fmla="*/ 927902 w 1211730"/>
                <a:gd name="connsiteY21" fmla="*/ 310134 h 1674289"/>
                <a:gd name="connsiteX22" fmla="*/ 823104 w 1211730"/>
                <a:gd name="connsiteY22" fmla="*/ 247240 h 1674289"/>
                <a:gd name="connsiteX23" fmla="*/ 672456 w 1211730"/>
                <a:gd name="connsiteY23" fmla="*/ 347003 h 1674289"/>
                <a:gd name="connsiteX24" fmla="*/ 582941 w 1211730"/>
                <a:gd name="connsiteY24" fmla="*/ 553036 h 1674289"/>
                <a:gd name="connsiteX25" fmla="*/ 582941 w 1211730"/>
                <a:gd name="connsiteY25" fmla="*/ 1351143 h 1674289"/>
                <a:gd name="connsiteX26" fmla="*/ 654990 w 1211730"/>
                <a:gd name="connsiteY26" fmla="*/ 1561514 h 1674289"/>
                <a:gd name="connsiteX27" fmla="*/ 895152 w 1211730"/>
                <a:gd name="connsiteY27" fmla="*/ 1615733 h 1674289"/>
                <a:gd name="connsiteX28" fmla="*/ 895152 w 1211730"/>
                <a:gd name="connsiteY28" fmla="*/ 1674290 h 1674289"/>
                <a:gd name="connsiteX29" fmla="*/ 4367 w 1211730"/>
                <a:gd name="connsiteY29" fmla="*/ 1674290 h 1674289"/>
                <a:gd name="connsiteX30" fmla="*/ 4367 w 1211730"/>
                <a:gd name="connsiteY30" fmla="*/ 1620071 h 1674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11730" h="1674289">
                  <a:moveTo>
                    <a:pt x="0" y="1620071"/>
                  </a:moveTo>
                  <a:cubicBezTo>
                    <a:pt x="109165" y="1611396"/>
                    <a:pt x="183397" y="1591877"/>
                    <a:pt x="218330" y="1561514"/>
                  </a:cubicBezTo>
                  <a:cubicBezTo>
                    <a:pt x="255446" y="1533320"/>
                    <a:pt x="272912" y="1470426"/>
                    <a:pt x="272912" y="1375000"/>
                  </a:cubicBezTo>
                  <a:lnTo>
                    <a:pt x="272912" y="568218"/>
                  </a:lnTo>
                  <a:cubicBezTo>
                    <a:pt x="272912" y="451104"/>
                    <a:pt x="261996" y="368691"/>
                    <a:pt x="240163" y="316640"/>
                  </a:cubicBezTo>
                  <a:cubicBezTo>
                    <a:pt x="218330" y="266759"/>
                    <a:pt x="176847" y="240733"/>
                    <a:pt x="117898" y="240733"/>
                  </a:cubicBezTo>
                  <a:cubicBezTo>
                    <a:pt x="104798" y="240733"/>
                    <a:pt x="89515" y="242902"/>
                    <a:pt x="69866" y="245071"/>
                  </a:cubicBezTo>
                  <a:cubicBezTo>
                    <a:pt x="50216" y="247240"/>
                    <a:pt x="28383" y="251577"/>
                    <a:pt x="6550" y="255915"/>
                  </a:cubicBezTo>
                  <a:lnTo>
                    <a:pt x="6550" y="199527"/>
                  </a:lnTo>
                  <a:cubicBezTo>
                    <a:pt x="74232" y="175670"/>
                    <a:pt x="146281" y="151814"/>
                    <a:pt x="218330" y="127957"/>
                  </a:cubicBezTo>
                  <a:cubicBezTo>
                    <a:pt x="290379" y="101932"/>
                    <a:pt x="340595" y="84582"/>
                    <a:pt x="368977" y="75907"/>
                  </a:cubicBezTo>
                  <a:cubicBezTo>
                    <a:pt x="427927" y="54219"/>
                    <a:pt x="491242" y="28194"/>
                    <a:pt x="554558" y="0"/>
                  </a:cubicBezTo>
                  <a:cubicBezTo>
                    <a:pt x="563291" y="0"/>
                    <a:pt x="567658" y="2169"/>
                    <a:pt x="569841" y="8675"/>
                  </a:cubicBezTo>
                  <a:cubicBezTo>
                    <a:pt x="572025" y="15181"/>
                    <a:pt x="572025" y="28194"/>
                    <a:pt x="572025" y="49882"/>
                  </a:cubicBezTo>
                  <a:lnTo>
                    <a:pt x="572025" y="344834"/>
                  </a:lnTo>
                  <a:cubicBezTo>
                    <a:pt x="646257" y="238565"/>
                    <a:pt x="720489" y="156151"/>
                    <a:pt x="790354" y="95426"/>
                  </a:cubicBezTo>
                  <a:cubicBezTo>
                    <a:pt x="860220" y="36869"/>
                    <a:pt x="932269" y="6506"/>
                    <a:pt x="1008684" y="6506"/>
                  </a:cubicBezTo>
                  <a:cubicBezTo>
                    <a:pt x="1067633" y="6506"/>
                    <a:pt x="1117849" y="23856"/>
                    <a:pt x="1154965" y="60726"/>
                  </a:cubicBezTo>
                  <a:cubicBezTo>
                    <a:pt x="1192081" y="97595"/>
                    <a:pt x="1211731" y="143139"/>
                    <a:pt x="1211731" y="199527"/>
                  </a:cubicBezTo>
                  <a:cubicBezTo>
                    <a:pt x="1211731" y="249408"/>
                    <a:pt x="1196448" y="290615"/>
                    <a:pt x="1168065" y="323147"/>
                  </a:cubicBezTo>
                  <a:cubicBezTo>
                    <a:pt x="1139682" y="355678"/>
                    <a:pt x="1102566" y="373028"/>
                    <a:pt x="1061083" y="373028"/>
                  </a:cubicBezTo>
                  <a:cubicBezTo>
                    <a:pt x="1017417" y="373028"/>
                    <a:pt x="971568" y="351341"/>
                    <a:pt x="927902" y="310134"/>
                  </a:cubicBezTo>
                  <a:cubicBezTo>
                    <a:pt x="882053" y="268927"/>
                    <a:pt x="847120" y="247240"/>
                    <a:pt x="823104" y="247240"/>
                  </a:cubicBezTo>
                  <a:cubicBezTo>
                    <a:pt x="781621" y="247240"/>
                    <a:pt x="731405" y="281940"/>
                    <a:pt x="672456" y="347003"/>
                  </a:cubicBezTo>
                  <a:cubicBezTo>
                    <a:pt x="613507" y="414235"/>
                    <a:pt x="582941" y="483636"/>
                    <a:pt x="582941" y="553036"/>
                  </a:cubicBezTo>
                  <a:lnTo>
                    <a:pt x="582941" y="1351143"/>
                  </a:lnTo>
                  <a:cubicBezTo>
                    <a:pt x="582941" y="1450907"/>
                    <a:pt x="606957" y="1522476"/>
                    <a:pt x="654990" y="1561514"/>
                  </a:cubicBezTo>
                  <a:cubicBezTo>
                    <a:pt x="703022" y="1600552"/>
                    <a:pt x="783804" y="1620071"/>
                    <a:pt x="895152" y="1615733"/>
                  </a:cubicBezTo>
                  <a:lnTo>
                    <a:pt x="895152" y="1674290"/>
                  </a:lnTo>
                  <a:lnTo>
                    <a:pt x="4367" y="1674290"/>
                  </a:lnTo>
                  <a:lnTo>
                    <a:pt x="4367" y="1620071"/>
                  </a:lnTo>
                  <a:close/>
                </a:path>
              </a:pathLst>
            </a:custGeom>
            <a:grpFill/>
            <a:ln w="21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8E7F7747-9339-5D41-BDD7-5CC265B7DC91}"/>
                </a:ext>
              </a:extLst>
            </p:cNvPr>
            <p:cNvSpPr/>
            <p:nvPr/>
          </p:nvSpPr>
          <p:spPr>
            <a:xfrm>
              <a:off x="9039900" y="2592186"/>
              <a:ext cx="871135" cy="1670519"/>
            </a:xfrm>
            <a:custGeom>
              <a:avLst/>
              <a:gdLst>
                <a:gd name="connsiteX0" fmla="*/ 585124 w 871135"/>
                <a:gd name="connsiteY0" fmla="*/ 567 h 1670519"/>
                <a:gd name="connsiteX1" fmla="*/ 598224 w 871135"/>
                <a:gd name="connsiteY1" fmla="*/ 26592 h 1670519"/>
                <a:gd name="connsiteX2" fmla="*/ 598224 w 871135"/>
                <a:gd name="connsiteY2" fmla="*/ 1301829 h 1670519"/>
                <a:gd name="connsiteX3" fmla="*/ 648439 w 871135"/>
                <a:gd name="connsiteY3" fmla="*/ 1553406 h 1670519"/>
                <a:gd name="connsiteX4" fmla="*/ 871136 w 871135"/>
                <a:gd name="connsiteY4" fmla="*/ 1618469 h 1670519"/>
                <a:gd name="connsiteX5" fmla="*/ 871136 w 871135"/>
                <a:gd name="connsiteY5" fmla="*/ 1670520 h 1670519"/>
                <a:gd name="connsiteX6" fmla="*/ 0 w 871135"/>
                <a:gd name="connsiteY6" fmla="*/ 1670520 h 1670519"/>
                <a:gd name="connsiteX7" fmla="*/ 0 w 871135"/>
                <a:gd name="connsiteY7" fmla="*/ 1618469 h 1670519"/>
                <a:gd name="connsiteX8" fmla="*/ 242346 w 871135"/>
                <a:gd name="connsiteY8" fmla="*/ 1555575 h 1670519"/>
                <a:gd name="connsiteX9" fmla="*/ 292562 w 871135"/>
                <a:gd name="connsiteY9" fmla="*/ 1303998 h 1670519"/>
                <a:gd name="connsiteX10" fmla="*/ 292562 w 871135"/>
                <a:gd name="connsiteY10" fmla="*/ 445165 h 1670519"/>
                <a:gd name="connsiteX11" fmla="*/ 277279 w 871135"/>
                <a:gd name="connsiteY11" fmla="*/ 286845 h 1670519"/>
                <a:gd name="connsiteX12" fmla="*/ 165931 w 871135"/>
                <a:gd name="connsiteY12" fmla="*/ 213107 h 1670519"/>
                <a:gd name="connsiteX13" fmla="*/ 128814 w 871135"/>
                <a:gd name="connsiteY13" fmla="*/ 217444 h 1670519"/>
                <a:gd name="connsiteX14" fmla="*/ 21833 w 871135"/>
                <a:gd name="connsiteY14" fmla="*/ 245638 h 1670519"/>
                <a:gd name="connsiteX15" fmla="*/ 21833 w 871135"/>
                <a:gd name="connsiteY15" fmla="*/ 176238 h 1670519"/>
                <a:gd name="connsiteX16" fmla="*/ 585124 w 871135"/>
                <a:gd name="connsiteY16" fmla="*/ 567 h 167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71135" h="1670519">
                  <a:moveTo>
                    <a:pt x="585124" y="567"/>
                  </a:moveTo>
                  <a:cubicBezTo>
                    <a:pt x="600407" y="-3770"/>
                    <a:pt x="598224" y="17917"/>
                    <a:pt x="598224" y="26592"/>
                  </a:cubicBezTo>
                  <a:lnTo>
                    <a:pt x="598224" y="1301829"/>
                  </a:lnTo>
                  <a:cubicBezTo>
                    <a:pt x="598224" y="1436292"/>
                    <a:pt x="613507" y="1520874"/>
                    <a:pt x="648439" y="1553406"/>
                  </a:cubicBezTo>
                  <a:cubicBezTo>
                    <a:pt x="681189" y="1588106"/>
                    <a:pt x="755421" y="1609794"/>
                    <a:pt x="871136" y="1618469"/>
                  </a:cubicBezTo>
                  <a:lnTo>
                    <a:pt x="871136" y="1670520"/>
                  </a:lnTo>
                  <a:lnTo>
                    <a:pt x="0" y="1670520"/>
                  </a:lnTo>
                  <a:lnTo>
                    <a:pt x="0" y="1618469"/>
                  </a:lnTo>
                  <a:cubicBezTo>
                    <a:pt x="128814" y="1607625"/>
                    <a:pt x="209597" y="1585938"/>
                    <a:pt x="242346" y="1555575"/>
                  </a:cubicBezTo>
                  <a:cubicBezTo>
                    <a:pt x="275096" y="1525212"/>
                    <a:pt x="292562" y="1440630"/>
                    <a:pt x="292562" y="1303998"/>
                  </a:cubicBezTo>
                  <a:lnTo>
                    <a:pt x="292562" y="445165"/>
                  </a:lnTo>
                  <a:cubicBezTo>
                    <a:pt x="292562" y="369258"/>
                    <a:pt x="288195" y="315039"/>
                    <a:pt x="277279" y="286845"/>
                  </a:cubicBezTo>
                  <a:cubicBezTo>
                    <a:pt x="259812" y="239132"/>
                    <a:pt x="222696" y="213107"/>
                    <a:pt x="165931" y="213107"/>
                  </a:cubicBezTo>
                  <a:cubicBezTo>
                    <a:pt x="152831" y="213107"/>
                    <a:pt x="139731" y="215275"/>
                    <a:pt x="128814" y="217444"/>
                  </a:cubicBezTo>
                  <a:cubicBezTo>
                    <a:pt x="115715" y="219613"/>
                    <a:pt x="80782" y="230457"/>
                    <a:pt x="21833" y="245638"/>
                  </a:cubicBezTo>
                  <a:lnTo>
                    <a:pt x="21833" y="176238"/>
                  </a:lnTo>
                  <a:cubicBezTo>
                    <a:pt x="19650" y="176238"/>
                    <a:pt x="275096" y="95993"/>
                    <a:pt x="585124" y="567"/>
                  </a:cubicBezTo>
                </a:path>
              </a:pathLst>
            </a:custGeom>
            <a:grpFill/>
            <a:ln w="21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265FDBE8-7918-C74F-8A54-C6192C02B9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5041" y="3576578"/>
            <a:ext cx="5472714" cy="560387"/>
          </a:xfrm>
          <a:ln>
            <a:noFill/>
          </a:ln>
        </p:spPr>
        <p:txBody>
          <a:bodyPr>
            <a:normAutofit/>
          </a:bodyPr>
          <a:lstStyle>
            <a:lvl1pPr>
              <a:defRPr sz="18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US"/>
              <a:t>Sub title or Presenter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17EC4E3A-371D-0340-B957-3F7880487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041" y="2662177"/>
            <a:ext cx="9774934" cy="891251"/>
          </a:xfrm>
        </p:spPr>
        <p:txBody>
          <a:bodyPr/>
          <a:lstStyle>
            <a:lvl1pPr>
              <a:defRPr sz="7200" b="0" i="0">
                <a:solidFill>
                  <a:schemeClr val="tx1">
                    <a:lumMod val="75000"/>
                    <a:lumOff val="25000"/>
                  </a:schemeClr>
                </a:solidFill>
                <a:latin typeface="AktivGrotesk-Medium" panose="020B0504020202020204" pitchFamily="34" charset="0"/>
                <a:ea typeface="AktivGrotesk-Medium" panose="020B0504020202020204" pitchFamily="34" charset="0"/>
                <a:cs typeface="AktivGrotesk-Medium" panose="020B05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14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EACC1AE-BD72-8247-A7D4-9A330B4DB8F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>
              <a:solidFill>
                <a:schemeClr val="bg1">
                  <a:lumMod val="50000"/>
                </a:schemeClr>
              </a:solidFill>
              <a:latin typeface="AktivGrotesk-Light" panose="020B0404020202020204"/>
            </a:endParaRP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E7B2E56A-A4F7-9A43-9348-BFE894228B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5041" y="3576578"/>
            <a:ext cx="5472714" cy="560387"/>
          </a:xfrm>
          <a:ln>
            <a:noFill/>
          </a:ln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 title or Presenter</a:t>
            </a:r>
          </a:p>
        </p:txBody>
      </p:sp>
      <p:grpSp>
        <p:nvGrpSpPr>
          <p:cNvPr id="6" name="Graphic 5">
            <a:extLst>
              <a:ext uri="{FF2B5EF4-FFF2-40B4-BE49-F238E27FC236}">
                <a16:creationId xmlns:a16="http://schemas.microsoft.com/office/drawing/2014/main" id="{39798E3F-4F90-BB4E-AC52-DA725516DC8F}"/>
              </a:ext>
            </a:extLst>
          </p:cNvPr>
          <p:cNvGrpSpPr/>
          <p:nvPr userDrawn="1"/>
        </p:nvGrpSpPr>
        <p:grpSpPr>
          <a:xfrm>
            <a:off x="341933" y="527539"/>
            <a:ext cx="1268057" cy="281354"/>
            <a:chOff x="2267307" y="2581910"/>
            <a:chExt cx="7643728" cy="1695977"/>
          </a:xfrm>
          <a:solidFill>
            <a:schemeClr val="bg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39E9FD9-C810-4241-B746-9D3BF726054B}"/>
                </a:ext>
              </a:extLst>
            </p:cNvPr>
            <p:cNvSpPr/>
            <p:nvPr/>
          </p:nvSpPr>
          <p:spPr>
            <a:xfrm>
              <a:off x="2267307" y="2592753"/>
              <a:ext cx="1678956" cy="1685133"/>
            </a:xfrm>
            <a:custGeom>
              <a:avLst/>
              <a:gdLst>
                <a:gd name="connsiteX0" fmla="*/ 722672 w 1678956"/>
                <a:gd name="connsiteY0" fmla="*/ 0 h 1685133"/>
                <a:gd name="connsiteX1" fmla="*/ 722672 w 1678956"/>
                <a:gd name="connsiteY1" fmla="*/ 52050 h 1685133"/>
                <a:gd name="connsiteX2" fmla="*/ 591674 w 1678956"/>
                <a:gd name="connsiteY2" fmla="*/ 80244 h 1685133"/>
                <a:gd name="connsiteX3" fmla="*/ 552375 w 1678956"/>
                <a:gd name="connsiteY3" fmla="*/ 158320 h 1685133"/>
                <a:gd name="connsiteX4" fmla="*/ 561108 w 1678956"/>
                <a:gd name="connsiteY4" fmla="*/ 212539 h 1685133"/>
                <a:gd name="connsiteX5" fmla="*/ 589491 w 1678956"/>
                <a:gd name="connsiteY5" fmla="*/ 288446 h 1685133"/>
                <a:gd name="connsiteX6" fmla="*/ 967201 w 1678956"/>
                <a:gd name="connsiteY6" fmla="*/ 1192823 h 1685133"/>
                <a:gd name="connsiteX7" fmla="*/ 1288146 w 1678956"/>
                <a:gd name="connsiteY7" fmla="*/ 394716 h 1685133"/>
                <a:gd name="connsiteX8" fmla="*/ 1331812 w 1678956"/>
                <a:gd name="connsiteY8" fmla="*/ 271096 h 1685133"/>
                <a:gd name="connsiteX9" fmla="*/ 1351462 w 1678956"/>
                <a:gd name="connsiteY9" fmla="*/ 173502 h 1685133"/>
                <a:gd name="connsiteX10" fmla="*/ 1285963 w 1678956"/>
                <a:gd name="connsiteY10" fmla="*/ 73738 h 1685133"/>
                <a:gd name="connsiteX11" fmla="*/ 1178981 w 1678956"/>
                <a:gd name="connsiteY11" fmla="*/ 52050 h 1685133"/>
                <a:gd name="connsiteX12" fmla="*/ 1178981 w 1678956"/>
                <a:gd name="connsiteY12" fmla="*/ 0 h 1685133"/>
                <a:gd name="connsiteX13" fmla="*/ 1678957 w 1678956"/>
                <a:gd name="connsiteY13" fmla="*/ 0 h 1685133"/>
                <a:gd name="connsiteX14" fmla="*/ 1678957 w 1678956"/>
                <a:gd name="connsiteY14" fmla="*/ 52050 h 1685133"/>
                <a:gd name="connsiteX15" fmla="*/ 1552325 w 1678956"/>
                <a:gd name="connsiteY15" fmla="*/ 110607 h 1685133"/>
                <a:gd name="connsiteX16" fmla="*/ 1440977 w 1678956"/>
                <a:gd name="connsiteY16" fmla="*/ 344834 h 1685133"/>
                <a:gd name="connsiteX17" fmla="*/ 925719 w 1678956"/>
                <a:gd name="connsiteY17" fmla="*/ 1626577 h 1685133"/>
                <a:gd name="connsiteX18" fmla="*/ 901702 w 1678956"/>
                <a:gd name="connsiteY18" fmla="*/ 1672121 h 1685133"/>
                <a:gd name="connsiteX19" fmla="*/ 877686 w 1678956"/>
                <a:gd name="connsiteY19" fmla="*/ 1685134 h 1685133"/>
                <a:gd name="connsiteX20" fmla="*/ 847120 w 1678956"/>
                <a:gd name="connsiteY20" fmla="*/ 1663446 h 1685133"/>
                <a:gd name="connsiteX21" fmla="*/ 820920 w 1678956"/>
                <a:gd name="connsiteY21" fmla="*/ 1613564 h 1685133"/>
                <a:gd name="connsiteX22" fmla="*/ 272912 w 1678956"/>
                <a:gd name="connsiteY22" fmla="*/ 310134 h 1685133"/>
                <a:gd name="connsiteX23" fmla="*/ 130998 w 1678956"/>
                <a:gd name="connsiteY23" fmla="*/ 95426 h 1685133"/>
                <a:gd name="connsiteX24" fmla="*/ 0 w 1678956"/>
                <a:gd name="connsiteY24" fmla="*/ 52050 h 1685133"/>
                <a:gd name="connsiteX25" fmla="*/ 0 w 1678956"/>
                <a:gd name="connsiteY25" fmla="*/ 0 h 1685133"/>
                <a:gd name="connsiteX26" fmla="*/ 722672 w 1678956"/>
                <a:gd name="connsiteY26" fmla="*/ 0 h 168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78956" h="1685133">
                  <a:moveTo>
                    <a:pt x="722672" y="0"/>
                  </a:moveTo>
                  <a:lnTo>
                    <a:pt x="722672" y="52050"/>
                  </a:lnTo>
                  <a:cubicBezTo>
                    <a:pt x="661540" y="58557"/>
                    <a:pt x="615690" y="69401"/>
                    <a:pt x="591674" y="80244"/>
                  </a:cubicBezTo>
                  <a:cubicBezTo>
                    <a:pt x="565474" y="93257"/>
                    <a:pt x="552375" y="119282"/>
                    <a:pt x="552375" y="158320"/>
                  </a:cubicBezTo>
                  <a:cubicBezTo>
                    <a:pt x="552375" y="177839"/>
                    <a:pt x="554558" y="195189"/>
                    <a:pt x="561108" y="212539"/>
                  </a:cubicBezTo>
                  <a:cubicBezTo>
                    <a:pt x="565474" y="229890"/>
                    <a:pt x="576391" y="255915"/>
                    <a:pt x="589491" y="288446"/>
                  </a:cubicBezTo>
                  <a:lnTo>
                    <a:pt x="967201" y="1192823"/>
                  </a:lnTo>
                  <a:lnTo>
                    <a:pt x="1288146" y="394716"/>
                  </a:lnTo>
                  <a:cubicBezTo>
                    <a:pt x="1303429" y="355678"/>
                    <a:pt x="1318712" y="314472"/>
                    <a:pt x="1331812" y="271096"/>
                  </a:cubicBezTo>
                  <a:cubicBezTo>
                    <a:pt x="1344912" y="227721"/>
                    <a:pt x="1351462" y="195189"/>
                    <a:pt x="1351462" y="173502"/>
                  </a:cubicBezTo>
                  <a:cubicBezTo>
                    <a:pt x="1351462" y="127957"/>
                    <a:pt x="1329629" y="93257"/>
                    <a:pt x="1285963" y="73738"/>
                  </a:cubicBezTo>
                  <a:cubicBezTo>
                    <a:pt x="1259763" y="62894"/>
                    <a:pt x="1222647" y="56388"/>
                    <a:pt x="1178981" y="52050"/>
                  </a:cubicBezTo>
                  <a:lnTo>
                    <a:pt x="1178981" y="0"/>
                  </a:lnTo>
                  <a:lnTo>
                    <a:pt x="1678957" y="0"/>
                  </a:lnTo>
                  <a:lnTo>
                    <a:pt x="1678957" y="52050"/>
                  </a:lnTo>
                  <a:cubicBezTo>
                    <a:pt x="1620008" y="56388"/>
                    <a:pt x="1578525" y="75907"/>
                    <a:pt x="1552325" y="110607"/>
                  </a:cubicBezTo>
                  <a:cubicBezTo>
                    <a:pt x="1526126" y="145308"/>
                    <a:pt x="1489010" y="223383"/>
                    <a:pt x="1440977" y="344834"/>
                  </a:cubicBezTo>
                  <a:lnTo>
                    <a:pt x="925719" y="1626577"/>
                  </a:lnTo>
                  <a:cubicBezTo>
                    <a:pt x="916985" y="1648265"/>
                    <a:pt x="908252" y="1663446"/>
                    <a:pt x="901702" y="1672121"/>
                  </a:cubicBezTo>
                  <a:cubicBezTo>
                    <a:pt x="895152" y="1680796"/>
                    <a:pt x="888603" y="1685134"/>
                    <a:pt x="877686" y="1685134"/>
                  </a:cubicBezTo>
                  <a:cubicBezTo>
                    <a:pt x="866770" y="1685134"/>
                    <a:pt x="855853" y="1678627"/>
                    <a:pt x="847120" y="1663446"/>
                  </a:cubicBezTo>
                  <a:cubicBezTo>
                    <a:pt x="838387" y="1650433"/>
                    <a:pt x="829654" y="1633083"/>
                    <a:pt x="820920" y="1613564"/>
                  </a:cubicBezTo>
                  <a:lnTo>
                    <a:pt x="272912" y="310134"/>
                  </a:lnTo>
                  <a:cubicBezTo>
                    <a:pt x="229246" y="203864"/>
                    <a:pt x="181214" y="132295"/>
                    <a:pt x="130998" y="95426"/>
                  </a:cubicBezTo>
                  <a:cubicBezTo>
                    <a:pt x="100432" y="73738"/>
                    <a:pt x="56766" y="58557"/>
                    <a:pt x="0" y="52050"/>
                  </a:cubicBezTo>
                  <a:lnTo>
                    <a:pt x="0" y="0"/>
                  </a:lnTo>
                  <a:lnTo>
                    <a:pt x="722672" y="0"/>
                  </a:lnTo>
                  <a:close/>
                </a:path>
              </a:pathLst>
            </a:custGeom>
            <a:solidFill>
              <a:schemeClr val="bg1"/>
            </a:solidFill>
            <a:ln w="21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6A65DF42-4E1C-CC49-98EC-FF3F1D0AC5DF}"/>
                </a:ext>
              </a:extLst>
            </p:cNvPr>
            <p:cNvSpPr/>
            <p:nvPr/>
          </p:nvSpPr>
          <p:spPr>
            <a:xfrm>
              <a:off x="4077262" y="2586247"/>
              <a:ext cx="1709522" cy="1680796"/>
            </a:xfrm>
            <a:custGeom>
              <a:avLst/>
              <a:gdLst>
                <a:gd name="connsiteX0" fmla="*/ 528358 w 1709522"/>
                <a:gd name="connsiteY0" fmla="*/ 0 h 1680796"/>
                <a:gd name="connsiteX1" fmla="*/ 528358 w 1709522"/>
                <a:gd name="connsiteY1" fmla="*/ 1136435 h 1680796"/>
                <a:gd name="connsiteX2" fmla="*/ 563291 w 1709522"/>
                <a:gd name="connsiteY2" fmla="*/ 1329456 h 1680796"/>
                <a:gd name="connsiteX3" fmla="*/ 810004 w 1709522"/>
                <a:gd name="connsiteY3" fmla="*/ 1463919 h 1680796"/>
                <a:gd name="connsiteX4" fmla="*/ 1050166 w 1709522"/>
                <a:gd name="connsiteY4" fmla="*/ 1383675 h 1680796"/>
                <a:gd name="connsiteX5" fmla="*/ 1185531 w 1709522"/>
                <a:gd name="connsiteY5" fmla="*/ 1262224 h 1680796"/>
                <a:gd name="connsiteX6" fmla="*/ 1185531 w 1709522"/>
                <a:gd name="connsiteY6" fmla="*/ 290615 h 1680796"/>
                <a:gd name="connsiteX7" fmla="*/ 1130949 w 1709522"/>
                <a:gd name="connsiteY7" fmla="*/ 110607 h 1680796"/>
                <a:gd name="connsiteX8" fmla="*/ 916985 w 1709522"/>
                <a:gd name="connsiteY8" fmla="*/ 58557 h 1680796"/>
                <a:gd name="connsiteX9" fmla="*/ 916985 w 1709522"/>
                <a:gd name="connsiteY9" fmla="*/ 0 h 1680796"/>
                <a:gd name="connsiteX10" fmla="*/ 1489010 w 1709522"/>
                <a:gd name="connsiteY10" fmla="*/ 0 h 1680796"/>
                <a:gd name="connsiteX11" fmla="*/ 1489010 w 1709522"/>
                <a:gd name="connsiteY11" fmla="*/ 1266561 h 1680796"/>
                <a:gd name="connsiteX12" fmla="*/ 1530492 w 1709522"/>
                <a:gd name="connsiteY12" fmla="*/ 1427050 h 1680796"/>
                <a:gd name="connsiteX13" fmla="*/ 1709523 w 1709522"/>
                <a:gd name="connsiteY13" fmla="*/ 1466088 h 1680796"/>
                <a:gd name="connsiteX14" fmla="*/ 1709523 w 1709522"/>
                <a:gd name="connsiteY14" fmla="*/ 1518138 h 1680796"/>
                <a:gd name="connsiteX15" fmla="*/ 1567609 w 1709522"/>
                <a:gd name="connsiteY15" fmla="*/ 1557176 h 1680796"/>
                <a:gd name="connsiteX16" fmla="*/ 1414778 w 1709522"/>
                <a:gd name="connsiteY16" fmla="*/ 1604889 h 1680796"/>
                <a:gd name="connsiteX17" fmla="*/ 1213914 w 1709522"/>
                <a:gd name="connsiteY17" fmla="*/ 1680796 h 1680796"/>
                <a:gd name="connsiteX18" fmla="*/ 1202997 w 1709522"/>
                <a:gd name="connsiteY18" fmla="*/ 1672121 h 1680796"/>
                <a:gd name="connsiteX19" fmla="*/ 1200814 w 1709522"/>
                <a:gd name="connsiteY19" fmla="*/ 1652602 h 1680796"/>
                <a:gd name="connsiteX20" fmla="*/ 1200814 w 1709522"/>
                <a:gd name="connsiteY20" fmla="*/ 1359818 h 1680796"/>
                <a:gd name="connsiteX21" fmla="*/ 978118 w 1709522"/>
                <a:gd name="connsiteY21" fmla="*/ 1572358 h 1680796"/>
                <a:gd name="connsiteX22" fmla="*/ 654990 w 1709522"/>
                <a:gd name="connsiteY22" fmla="*/ 1678627 h 1680796"/>
                <a:gd name="connsiteX23" fmla="*/ 360244 w 1709522"/>
                <a:gd name="connsiteY23" fmla="*/ 1568020 h 1680796"/>
                <a:gd name="connsiteX24" fmla="*/ 220513 w 1709522"/>
                <a:gd name="connsiteY24" fmla="*/ 1203667 h 1680796"/>
                <a:gd name="connsiteX25" fmla="*/ 220513 w 1709522"/>
                <a:gd name="connsiteY25" fmla="*/ 286278 h 1680796"/>
                <a:gd name="connsiteX26" fmla="*/ 161564 w 1709522"/>
                <a:gd name="connsiteY26" fmla="*/ 95426 h 1680796"/>
                <a:gd name="connsiteX27" fmla="*/ 0 w 1709522"/>
                <a:gd name="connsiteY27" fmla="*/ 54219 h 1680796"/>
                <a:gd name="connsiteX28" fmla="*/ 0 w 1709522"/>
                <a:gd name="connsiteY28" fmla="*/ 0 h 1680796"/>
                <a:gd name="connsiteX29" fmla="*/ 528358 w 1709522"/>
                <a:gd name="connsiteY29" fmla="*/ 0 h 1680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09522" h="1680796">
                  <a:moveTo>
                    <a:pt x="528358" y="0"/>
                  </a:moveTo>
                  <a:lnTo>
                    <a:pt x="528358" y="1136435"/>
                  </a:lnTo>
                  <a:cubicBezTo>
                    <a:pt x="528358" y="1216680"/>
                    <a:pt x="539275" y="1281743"/>
                    <a:pt x="563291" y="1329456"/>
                  </a:cubicBezTo>
                  <a:cubicBezTo>
                    <a:pt x="606957" y="1418375"/>
                    <a:pt x="689922" y="1463919"/>
                    <a:pt x="810004" y="1463919"/>
                  </a:cubicBezTo>
                  <a:cubicBezTo>
                    <a:pt x="890786" y="1463919"/>
                    <a:pt x="971568" y="1437894"/>
                    <a:pt x="1050166" y="1383675"/>
                  </a:cubicBezTo>
                  <a:cubicBezTo>
                    <a:pt x="1093832" y="1353312"/>
                    <a:pt x="1139682" y="1314274"/>
                    <a:pt x="1185531" y="1262224"/>
                  </a:cubicBezTo>
                  <a:lnTo>
                    <a:pt x="1185531" y="290615"/>
                  </a:lnTo>
                  <a:cubicBezTo>
                    <a:pt x="1185531" y="199527"/>
                    <a:pt x="1168065" y="138801"/>
                    <a:pt x="1130949" y="110607"/>
                  </a:cubicBezTo>
                  <a:cubicBezTo>
                    <a:pt x="1096016" y="82413"/>
                    <a:pt x="1023967" y="65063"/>
                    <a:pt x="916985" y="58557"/>
                  </a:cubicBezTo>
                  <a:lnTo>
                    <a:pt x="916985" y="0"/>
                  </a:lnTo>
                  <a:lnTo>
                    <a:pt x="1489010" y="0"/>
                  </a:lnTo>
                  <a:lnTo>
                    <a:pt x="1489010" y="1266561"/>
                  </a:lnTo>
                  <a:cubicBezTo>
                    <a:pt x="1489010" y="1344637"/>
                    <a:pt x="1502110" y="1398856"/>
                    <a:pt x="1530492" y="1427050"/>
                  </a:cubicBezTo>
                  <a:cubicBezTo>
                    <a:pt x="1558875" y="1457413"/>
                    <a:pt x="1617824" y="1470426"/>
                    <a:pt x="1709523" y="1466088"/>
                  </a:cubicBezTo>
                  <a:lnTo>
                    <a:pt x="1709523" y="1518138"/>
                  </a:lnTo>
                  <a:cubicBezTo>
                    <a:pt x="1644024" y="1535489"/>
                    <a:pt x="1598175" y="1548501"/>
                    <a:pt x="1567609" y="1557176"/>
                  </a:cubicBezTo>
                  <a:cubicBezTo>
                    <a:pt x="1537042" y="1565851"/>
                    <a:pt x="1486826" y="1581033"/>
                    <a:pt x="1414778" y="1604889"/>
                  </a:cubicBezTo>
                  <a:cubicBezTo>
                    <a:pt x="1384211" y="1615733"/>
                    <a:pt x="1316529" y="1639590"/>
                    <a:pt x="1213914" y="1680796"/>
                  </a:cubicBezTo>
                  <a:cubicBezTo>
                    <a:pt x="1207364" y="1680796"/>
                    <a:pt x="1205181" y="1678627"/>
                    <a:pt x="1202997" y="1672121"/>
                  </a:cubicBezTo>
                  <a:cubicBezTo>
                    <a:pt x="1200814" y="1665615"/>
                    <a:pt x="1200814" y="1659108"/>
                    <a:pt x="1200814" y="1652602"/>
                  </a:cubicBezTo>
                  <a:lnTo>
                    <a:pt x="1200814" y="1359818"/>
                  </a:lnTo>
                  <a:cubicBezTo>
                    <a:pt x="1120032" y="1455244"/>
                    <a:pt x="1045800" y="1526814"/>
                    <a:pt x="978118" y="1572358"/>
                  </a:cubicBezTo>
                  <a:cubicBezTo>
                    <a:pt x="875503" y="1643927"/>
                    <a:pt x="768521" y="1678627"/>
                    <a:pt x="654990" y="1678627"/>
                  </a:cubicBezTo>
                  <a:cubicBezTo>
                    <a:pt x="550191" y="1678627"/>
                    <a:pt x="451943" y="1641758"/>
                    <a:pt x="360244" y="1568020"/>
                  </a:cubicBezTo>
                  <a:cubicBezTo>
                    <a:pt x="266362" y="1496451"/>
                    <a:pt x="220513" y="1375000"/>
                    <a:pt x="220513" y="1203667"/>
                  </a:cubicBezTo>
                  <a:lnTo>
                    <a:pt x="220513" y="286278"/>
                  </a:lnTo>
                  <a:cubicBezTo>
                    <a:pt x="220513" y="190852"/>
                    <a:pt x="200863" y="127957"/>
                    <a:pt x="161564" y="95426"/>
                  </a:cubicBezTo>
                  <a:cubicBezTo>
                    <a:pt x="135364" y="75907"/>
                    <a:pt x="82965" y="60726"/>
                    <a:pt x="0" y="54219"/>
                  </a:cubicBezTo>
                  <a:lnTo>
                    <a:pt x="0" y="0"/>
                  </a:lnTo>
                  <a:lnTo>
                    <a:pt x="528358" y="0"/>
                  </a:lnTo>
                  <a:close/>
                </a:path>
              </a:pathLst>
            </a:custGeom>
            <a:solidFill>
              <a:schemeClr val="bg1"/>
            </a:solidFill>
            <a:ln w="21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E6EF173-533C-104B-ACEB-1CA4F74F9ED2}"/>
                </a:ext>
              </a:extLst>
            </p:cNvPr>
            <p:cNvSpPr/>
            <p:nvPr/>
          </p:nvSpPr>
          <p:spPr>
            <a:xfrm>
              <a:off x="5965815" y="2581910"/>
              <a:ext cx="1593807" cy="1691640"/>
            </a:xfrm>
            <a:custGeom>
              <a:avLst/>
              <a:gdLst>
                <a:gd name="connsiteX0" fmla="*/ 499975 w 1593807"/>
                <a:gd name="connsiteY0" fmla="*/ 190852 h 1691640"/>
                <a:gd name="connsiteX1" fmla="*/ 323128 w 1593807"/>
                <a:gd name="connsiteY1" fmla="*/ 739550 h 1691640"/>
                <a:gd name="connsiteX2" fmla="*/ 465043 w 1593807"/>
                <a:gd name="connsiteY2" fmla="*/ 1320781 h 1691640"/>
                <a:gd name="connsiteX3" fmla="*/ 858036 w 1593807"/>
                <a:gd name="connsiteY3" fmla="*/ 1589708 h 1691640"/>
                <a:gd name="connsiteX4" fmla="*/ 1161515 w 1593807"/>
                <a:gd name="connsiteY4" fmla="*/ 1409700 h 1691640"/>
                <a:gd name="connsiteX5" fmla="*/ 1268496 w 1593807"/>
                <a:gd name="connsiteY5" fmla="*/ 939077 h 1691640"/>
                <a:gd name="connsiteX6" fmla="*/ 1133132 w 1593807"/>
                <a:gd name="connsiteY6" fmla="*/ 368691 h 1691640"/>
                <a:gd name="connsiteX7" fmla="*/ 740138 w 1593807"/>
                <a:gd name="connsiteY7" fmla="*/ 101932 h 1691640"/>
                <a:gd name="connsiteX8" fmla="*/ 499975 w 1593807"/>
                <a:gd name="connsiteY8" fmla="*/ 190852 h 1691640"/>
                <a:gd name="connsiteX9" fmla="*/ 222696 w 1593807"/>
                <a:gd name="connsiteY9" fmla="*/ 240733 h 1691640"/>
                <a:gd name="connsiteX10" fmla="*/ 792537 w 1593807"/>
                <a:gd name="connsiteY10" fmla="*/ 0 h 1691640"/>
                <a:gd name="connsiteX11" fmla="*/ 1366745 w 1593807"/>
                <a:gd name="connsiteY11" fmla="*/ 227721 h 1691640"/>
                <a:gd name="connsiteX12" fmla="*/ 1593808 w 1593807"/>
                <a:gd name="connsiteY12" fmla="*/ 832807 h 1691640"/>
                <a:gd name="connsiteX13" fmla="*/ 1373295 w 1593807"/>
                <a:gd name="connsiteY13" fmla="*/ 1435725 h 1691640"/>
                <a:gd name="connsiteX14" fmla="*/ 803454 w 1593807"/>
                <a:gd name="connsiteY14" fmla="*/ 1691640 h 1691640"/>
                <a:gd name="connsiteX15" fmla="*/ 233613 w 1593807"/>
                <a:gd name="connsiteY15" fmla="*/ 1446569 h 1691640"/>
                <a:gd name="connsiteX16" fmla="*/ 0 w 1593807"/>
                <a:gd name="connsiteY16" fmla="*/ 828470 h 1691640"/>
                <a:gd name="connsiteX17" fmla="*/ 222696 w 1593807"/>
                <a:gd name="connsiteY17" fmla="*/ 240733 h 1691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93807" h="1691640">
                  <a:moveTo>
                    <a:pt x="499975" y="190852"/>
                  </a:moveTo>
                  <a:cubicBezTo>
                    <a:pt x="382077" y="297121"/>
                    <a:pt x="323128" y="479298"/>
                    <a:pt x="323128" y="739550"/>
                  </a:cubicBezTo>
                  <a:cubicBezTo>
                    <a:pt x="323128" y="947752"/>
                    <a:pt x="371161" y="1140773"/>
                    <a:pt x="465043" y="1320781"/>
                  </a:cubicBezTo>
                  <a:cubicBezTo>
                    <a:pt x="558924" y="1500788"/>
                    <a:pt x="689922" y="1589708"/>
                    <a:pt x="858036" y="1589708"/>
                  </a:cubicBezTo>
                  <a:cubicBezTo>
                    <a:pt x="989034" y="1589708"/>
                    <a:pt x="1091649" y="1528982"/>
                    <a:pt x="1161515" y="1409700"/>
                  </a:cubicBezTo>
                  <a:cubicBezTo>
                    <a:pt x="1233564" y="1290418"/>
                    <a:pt x="1268496" y="1132098"/>
                    <a:pt x="1268496" y="939077"/>
                  </a:cubicBezTo>
                  <a:cubicBezTo>
                    <a:pt x="1268496" y="737382"/>
                    <a:pt x="1222647" y="546530"/>
                    <a:pt x="1133132" y="368691"/>
                  </a:cubicBezTo>
                  <a:cubicBezTo>
                    <a:pt x="1043617" y="190852"/>
                    <a:pt x="912619" y="101932"/>
                    <a:pt x="740138" y="101932"/>
                  </a:cubicBezTo>
                  <a:cubicBezTo>
                    <a:pt x="648440" y="101932"/>
                    <a:pt x="567658" y="132295"/>
                    <a:pt x="499975" y="190852"/>
                  </a:cubicBezTo>
                  <a:moveTo>
                    <a:pt x="222696" y="240733"/>
                  </a:moveTo>
                  <a:cubicBezTo>
                    <a:pt x="368977" y="80244"/>
                    <a:pt x="558924" y="0"/>
                    <a:pt x="792537" y="0"/>
                  </a:cubicBezTo>
                  <a:cubicBezTo>
                    <a:pt x="1023967" y="0"/>
                    <a:pt x="1216097" y="75907"/>
                    <a:pt x="1366745" y="227721"/>
                  </a:cubicBezTo>
                  <a:cubicBezTo>
                    <a:pt x="1517393" y="379535"/>
                    <a:pt x="1593808" y="579061"/>
                    <a:pt x="1593808" y="832807"/>
                  </a:cubicBezTo>
                  <a:cubicBezTo>
                    <a:pt x="1593808" y="1064866"/>
                    <a:pt x="1519576" y="1266561"/>
                    <a:pt x="1373295" y="1435725"/>
                  </a:cubicBezTo>
                  <a:cubicBezTo>
                    <a:pt x="1227014" y="1604889"/>
                    <a:pt x="1037067" y="1691640"/>
                    <a:pt x="803454" y="1691640"/>
                  </a:cubicBezTo>
                  <a:cubicBezTo>
                    <a:pt x="578574" y="1691640"/>
                    <a:pt x="388627" y="1609227"/>
                    <a:pt x="233613" y="1446569"/>
                  </a:cubicBezTo>
                  <a:cubicBezTo>
                    <a:pt x="78599" y="1281743"/>
                    <a:pt x="0" y="1075710"/>
                    <a:pt x="0" y="828470"/>
                  </a:cubicBezTo>
                  <a:cubicBezTo>
                    <a:pt x="0" y="596412"/>
                    <a:pt x="74232" y="399054"/>
                    <a:pt x="222696" y="240733"/>
                  </a:cubicBezTo>
                </a:path>
              </a:pathLst>
            </a:custGeom>
            <a:solidFill>
              <a:schemeClr val="bg1"/>
            </a:solidFill>
            <a:ln w="21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F0806B16-D4B0-C242-A996-91037E273FBB}"/>
                </a:ext>
              </a:extLst>
            </p:cNvPr>
            <p:cNvSpPr/>
            <p:nvPr/>
          </p:nvSpPr>
          <p:spPr>
            <a:xfrm>
              <a:off x="7736470" y="2586247"/>
              <a:ext cx="1211730" cy="1674289"/>
            </a:xfrm>
            <a:custGeom>
              <a:avLst/>
              <a:gdLst>
                <a:gd name="connsiteX0" fmla="*/ 0 w 1211730"/>
                <a:gd name="connsiteY0" fmla="*/ 1620071 h 1674289"/>
                <a:gd name="connsiteX1" fmla="*/ 218330 w 1211730"/>
                <a:gd name="connsiteY1" fmla="*/ 1561514 h 1674289"/>
                <a:gd name="connsiteX2" fmla="*/ 272912 w 1211730"/>
                <a:gd name="connsiteY2" fmla="*/ 1375000 h 1674289"/>
                <a:gd name="connsiteX3" fmla="*/ 272912 w 1211730"/>
                <a:gd name="connsiteY3" fmla="*/ 568218 h 1674289"/>
                <a:gd name="connsiteX4" fmla="*/ 240163 w 1211730"/>
                <a:gd name="connsiteY4" fmla="*/ 316640 h 1674289"/>
                <a:gd name="connsiteX5" fmla="*/ 117898 w 1211730"/>
                <a:gd name="connsiteY5" fmla="*/ 240733 h 1674289"/>
                <a:gd name="connsiteX6" fmla="*/ 69866 w 1211730"/>
                <a:gd name="connsiteY6" fmla="*/ 245071 h 1674289"/>
                <a:gd name="connsiteX7" fmla="*/ 6550 w 1211730"/>
                <a:gd name="connsiteY7" fmla="*/ 255915 h 1674289"/>
                <a:gd name="connsiteX8" fmla="*/ 6550 w 1211730"/>
                <a:gd name="connsiteY8" fmla="*/ 199527 h 1674289"/>
                <a:gd name="connsiteX9" fmla="*/ 218330 w 1211730"/>
                <a:gd name="connsiteY9" fmla="*/ 127957 h 1674289"/>
                <a:gd name="connsiteX10" fmla="*/ 368977 w 1211730"/>
                <a:gd name="connsiteY10" fmla="*/ 75907 h 1674289"/>
                <a:gd name="connsiteX11" fmla="*/ 554558 w 1211730"/>
                <a:gd name="connsiteY11" fmla="*/ 0 h 1674289"/>
                <a:gd name="connsiteX12" fmla="*/ 569841 w 1211730"/>
                <a:gd name="connsiteY12" fmla="*/ 8675 h 1674289"/>
                <a:gd name="connsiteX13" fmla="*/ 572025 w 1211730"/>
                <a:gd name="connsiteY13" fmla="*/ 49882 h 1674289"/>
                <a:gd name="connsiteX14" fmla="*/ 572025 w 1211730"/>
                <a:gd name="connsiteY14" fmla="*/ 344834 h 1674289"/>
                <a:gd name="connsiteX15" fmla="*/ 790354 w 1211730"/>
                <a:gd name="connsiteY15" fmla="*/ 95426 h 1674289"/>
                <a:gd name="connsiteX16" fmla="*/ 1008684 w 1211730"/>
                <a:gd name="connsiteY16" fmla="*/ 6506 h 1674289"/>
                <a:gd name="connsiteX17" fmla="*/ 1154965 w 1211730"/>
                <a:gd name="connsiteY17" fmla="*/ 60726 h 1674289"/>
                <a:gd name="connsiteX18" fmla="*/ 1211731 w 1211730"/>
                <a:gd name="connsiteY18" fmla="*/ 199527 h 1674289"/>
                <a:gd name="connsiteX19" fmla="*/ 1168065 w 1211730"/>
                <a:gd name="connsiteY19" fmla="*/ 323147 h 1674289"/>
                <a:gd name="connsiteX20" fmla="*/ 1061083 w 1211730"/>
                <a:gd name="connsiteY20" fmla="*/ 373028 h 1674289"/>
                <a:gd name="connsiteX21" fmla="*/ 927902 w 1211730"/>
                <a:gd name="connsiteY21" fmla="*/ 310134 h 1674289"/>
                <a:gd name="connsiteX22" fmla="*/ 823104 w 1211730"/>
                <a:gd name="connsiteY22" fmla="*/ 247240 h 1674289"/>
                <a:gd name="connsiteX23" fmla="*/ 672456 w 1211730"/>
                <a:gd name="connsiteY23" fmla="*/ 347003 h 1674289"/>
                <a:gd name="connsiteX24" fmla="*/ 582941 w 1211730"/>
                <a:gd name="connsiteY24" fmla="*/ 553036 h 1674289"/>
                <a:gd name="connsiteX25" fmla="*/ 582941 w 1211730"/>
                <a:gd name="connsiteY25" fmla="*/ 1351143 h 1674289"/>
                <a:gd name="connsiteX26" fmla="*/ 654990 w 1211730"/>
                <a:gd name="connsiteY26" fmla="*/ 1561514 h 1674289"/>
                <a:gd name="connsiteX27" fmla="*/ 895152 w 1211730"/>
                <a:gd name="connsiteY27" fmla="*/ 1615733 h 1674289"/>
                <a:gd name="connsiteX28" fmla="*/ 895152 w 1211730"/>
                <a:gd name="connsiteY28" fmla="*/ 1674290 h 1674289"/>
                <a:gd name="connsiteX29" fmla="*/ 4367 w 1211730"/>
                <a:gd name="connsiteY29" fmla="*/ 1674290 h 1674289"/>
                <a:gd name="connsiteX30" fmla="*/ 4367 w 1211730"/>
                <a:gd name="connsiteY30" fmla="*/ 1620071 h 1674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11730" h="1674289">
                  <a:moveTo>
                    <a:pt x="0" y="1620071"/>
                  </a:moveTo>
                  <a:cubicBezTo>
                    <a:pt x="109165" y="1611396"/>
                    <a:pt x="183397" y="1591877"/>
                    <a:pt x="218330" y="1561514"/>
                  </a:cubicBezTo>
                  <a:cubicBezTo>
                    <a:pt x="255446" y="1533320"/>
                    <a:pt x="272912" y="1470426"/>
                    <a:pt x="272912" y="1375000"/>
                  </a:cubicBezTo>
                  <a:lnTo>
                    <a:pt x="272912" y="568218"/>
                  </a:lnTo>
                  <a:cubicBezTo>
                    <a:pt x="272912" y="451104"/>
                    <a:pt x="261996" y="368691"/>
                    <a:pt x="240163" y="316640"/>
                  </a:cubicBezTo>
                  <a:cubicBezTo>
                    <a:pt x="218330" y="266759"/>
                    <a:pt x="176847" y="240733"/>
                    <a:pt x="117898" y="240733"/>
                  </a:cubicBezTo>
                  <a:cubicBezTo>
                    <a:pt x="104798" y="240733"/>
                    <a:pt x="89515" y="242902"/>
                    <a:pt x="69866" y="245071"/>
                  </a:cubicBezTo>
                  <a:cubicBezTo>
                    <a:pt x="50216" y="247240"/>
                    <a:pt x="28383" y="251577"/>
                    <a:pt x="6550" y="255915"/>
                  </a:cubicBezTo>
                  <a:lnTo>
                    <a:pt x="6550" y="199527"/>
                  </a:lnTo>
                  <a:cubicBezTo>
                    <a:pt x="74232" y="175670"/>
                    <a:pt x="146281" y="151814"/>
                    <a:pt x="218330" y="127957"/>
                  </a:cubicBezTo>
                  <a:cubicBezTo>
                    <a:pt x="290379" y="101932"/>
                    <a:pt x="340595" y="84582"/>
                    <a:pt x="368977" y="75907"/>
                  </a:cubicBezTo>
                  <a:cubicBezTo>
                    <a:pt x="427927" y="54219"/>
                    <a:pt x="491242" y="28194"/>
                    <a:pt x="554558" y="0"/>
                  </a:cubicBezTo>
                  <a:cubicBezTo>
                    <a:pt x="563291" y="0"/>
                    <a:pt x="567658" y="2169"/>
                    <a:pt x="569841" y="8675"/>
                  </a:cubicBezTo>
                  <a:cubicBezTo>
                    <a:pt x="572025" y="15181"/>
                    <a:pt x="572025" y="28194"/>
                    <a:pt x="572025" y="49882"/>
                  </a:cubicBezTo>
                  <a:lnTo>
                    <a:pt x="572025" y="344834"/>
                  </a:lnTo>
                  <a:cubicBezTo>
                    <a:pt x="646257" y="238565"/>
                    <a:pt x="720489" y="156151"/>
                    <a:pt x="790354" y="95426"/>
                  </a:cubicBezTo>
                  <a:cubicBezTo>
                    <a:pt x="860220" y="36869"/>
                    <a:pt x="932269" y="6506"/>
                    <a:pt x="1008684" y="6506"/>
                  </a:cubicBezTo>
                  <a:cubicBezTo>
                    <a:pt x="1067633" y="6506"/>
                    <a:pt x="1117849" y="23856"/>
                    <a:pt x="1154965" y="60726"/>
                  </a:cubicBezTo>
                  <a:cubicBezTo>
                    <a:pt x="1192081" y="97595"/>
                    <a:pt x="1211731" y="143139"/>
                    <a:pt x="1211731" y="199527"/>
                  </a:cubicBezTo>
                  <a:cubicBezTo>
                    <a:pt x="1211731" y="249408"/>
                    <a:pt x="1196448" y="290615"/>
                    <a:pt x="1168065" y="323147"/>
                  </a:cubicBezTo>
                  <a:cubicBezTo>
                    <a:pt x="1139682" y="355678"/>
                    <a:pt x="1102566" y="373028"/>
                    <a:pt x="1061083" y="373028"/>
                  </a:cubicBezTo>
                  <a:cubicBezTo>
                    <a:pt x="1017417" y="373028"/>
                    <a:pt x="971568" y="351341"/>
                    <a:pt x="927902" y="310134"/>
                  </a:cubicBezTo>
                  <a:cubicBezTo>
                    <a:pt x="882053" y="268927"/>
                    <a:pt x="847120" y="247240"/>
                    <a:pt x="823104" y="247240"/>
                  </a:cubicBezTo>
                  <a:cubicBezTo>
                    <a:pt x="781621" y="247240"/>
                    <a:pt x="731405" y="281940"/>
                    <a:pt x="672456" y="347003"/>
                  </a:cubicBezTo>
                  <a:cubicBezTo>
                    <a:pt x="613507" y="414235"/>
                    <a:pt x="582941" y="483636"/>
                    <a:pt x="582941" y="553036"/>
                  </a:cubicBezTo>
                  <a:lnTo>
                    <a:pt x="582941" y="1351143"/>
                  </a:lnTo>
                  <a:cubicBezTo>
                    <a:pt x="582941" y="1450907"/>
                    <a:pt x="606957" y="1522476"/>
                    <a:pt x="654990" y="1561514"/>
                  </a:cubicBezTo>
                  <a:cubicBezTo>
                    <a:pt x="703022" y="1600552"/>
                    <a:pt x="783804" y="1620071"/>
                    <a:pt x="895152" y="1615733"/>
                  </a:cubicBezTo>
                  <a:lnTo>
                    <a:pt x="895152" y="1674290"/>
                  </a:lnTo>
                  <a:lnTo>
                    <a:pt x="4367" y="1674290"/>
                  </a:lnTo>
                  <a:lnTo>
                    <a:pt x="4367" y="1620071"/>
                  </a:lnTo>
                  <a:close/>
                </a:path>
              </a:pathLst>
            </a:custGeom>
            <a:solidFill>
              <a:schemeClr val="bg1"/>
            </a:solidFill>
            <a:ln w="21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78D3EAB-9C97-FF43-88E2-A2E1AD762937}"/>
                </a:ext>
              </a:extLst>
            </p:cNvPr>
            <p:cNvSpPr/>
            <p:nvPr/>
          </p:nvSpPr>
          <p:spPr>
            <a:xfrm>
              <a:off x="9039900" y="2592186"/>
              <a:ext cx="871135" cy="1670519"/>
            </a:xfrm>
            <a:custGeom>
              <a:avLst/>
              <a:gdLst>
                <a:gd name="connsiteX0" fmla="*/ 585124 w 871135"/>
                <a:gd name="connsiteY0" fmla="*/ 567 h 1670519"/>
                <a:gd name="connsiteX1" fmla="*/ 598224 w 871135"/>
                <a:gd name="connsiteY1" fmla="*/ 26592 h 1670519"/>
                <a:gd name="connsiteX2" fmla="*/ 598224 w 871135"/>
                <a:gd name="connsiteY2" fmla="*/ 1301829 h 1670519"/>
                <a:gd name="connsiteX3" fmla="*/ 648439 w 871135"/>
                <a:gd name="connsiteY3" fmla="*/ 1553406 h 1670519"/>
                <a:gd name="connsiteX4" fmla="*/ 871136 w 871135"/>
                <a:gd name="connsiteY4" fmla="*/ 1618469 h 1670519"/>
                <a:gd name="connsiteX5" fmla="*/ 871136 w 871135"/>
                <a:gd name="connsiteY5" fmla="*/ 1670520 h 1670519"/>
                <a:gd name="connsiteX6" fmla="*/ 0 w 871135"/>
                <a:gd name="connsiteY6" fmla="*/ 1670520 h 1670519"/>
                <a:gd name="connsiteX7" fmla="*/ 0 w 871135"/>
                <a:gd name="connsiteY7" fmla="*/ 1618469 h 1670519"/>
                <a:gd name="connsiteX8" fmla="*/ 242346 w 871135"/>
                <a:gd name="connsiteY8" fmla="*/ 1555575 h 1670519"/>
                <a:gd name="connsiteX9" fmla="*/ 292562 w 871135"/>
                <a:gd name="connsiteY9" fmla="*/ 1303998 h 1670519"/>
                <a:gd name="connsiteX10" fmla="*/ 292562 w 871135"/>
                <a:gd name="connsiteY10" fmla="*/ 445165 h 1670519"/>
                <a:gd name="connsiteX11" fmla="*/ 277279 w 871135"/>
                <a:gd name="connsiteY11" fmla="*/ 286845 h 1670519"/>
                <a:gd name="connsiteX12" fmla="*/ 165931 w 871135"/>
                <a:gd name="connsiteY12" fmla="*/ 213107 h 1670519"/>
                <a:gd name="connsiteX13" fmla="*/ 128814 w 871135"/>
                <a:gd name="connsiteY13" fmla="*/ 217444 h 1670519"/>
                <a:gd name="connsiteX14" fmla="*/ 21833 w 871135"/>
                <a:gd name="connsiteY14" fmla="*/ 245638 h 1670519"/>
                <a:gd name="connsiteX15" fmla="*/ 21833 w 871135"/>
                <a:gd name="connsiteY15" fmla="*/ 176238 h 1670519"/>
                <a:gd name="connsiteX16" fmla="*/ 585124 w 871135"/>
                <a:gd name="connsiteY16" fmla="*/ 567 h 167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71135" h="1670519">
                  <a:moveTo>
                    <a:pt x="585124" y="567"/>
                  </a:moveTo>
                  <a:cubicBezTo>
                    <a:pt x="600407" y="-3770"/>
                    <a:pt x="598224" y="17917"/>
                    <a:pt x="598224" y="26592"/>
                  </a:cubicBezTo>
                  <a:lnTo>
                    <a:pt x="598224" y="1301829"/>
                  </a:lnTo>
                  <a:cubicBezTo>
                    <a:pt x="598224" y="1436292"/>
                    <a:pt x="613507" y="1520874"/>
                    <a:pt x="648439" y="1553406"/>
                  </a:cubicBezTo>
                  <a:cubicBezTo>
                    <a:pt x="681189" y="1588106"/>
                    <a:pt x="755421" y="1609794"/>
                    <a:pt x="871136" y="1618469"/>
                  </a:cubicBezTo>
                  <a:lnTo>
                    <a:pt x="871136" y="1670520"/>
                  </a:lnTo>
                  <a:lnTo>
                    <a:pt x="0" y="1670520"/>
                  </a:lnTo>
                  <a:lnTo>
                    <a:pt x="0" y="1618469"/>
                  </a:lnTo>
                  <a:cubicBezTo>
                    <a:pt x="128814" y="1607625"/>
                    <a:pt x="209597" y="1585938"/>
                    <a:pt x="242346" y="1555575"/>
                  </a:cubicBezTo>
                  <a:cubicBezTo>
                    <a:pt x="275096" y="1525212"/>
                    <a:pt x="292562" y="1440630"/>
                    <a:pt x="292562" y="1303998"/>
                  </a:cubicBezTo>
                  <a:lnTo>
                    <a:pt x="292562" y="445165"/>
                  </a:lnTo>
                  <a:cubicBezTo>
                    <a:pt x="292562" y="369258"/>
                    <a:pt x="288195" y="315039"/>
                    <a:pt x="277279" y="286845"/>
                  </a:cubicBezTo>
                  <a:cubicBezTo>
                    <a:pt x="259812" y="239132"/>
                    <a:pt x="222696" y="213107"/>
                    <a:pt x="165931" y="213107"/>
                  </a:cubicBezTo>
                  <a:cubicBezTo>
                    <a:pt x="152831" y="213107"/>
                    <a:pt x="139731" y="215275"/>
                    <a:pt x="128814" y="217444"/>
                  </a:cubicBezTo>
                  <a:cubicBezTo>
                    <a:pt x="115715" y="219613"/>
                    <a:pt x="80782" y="230457"/>
                    <a:pt x="21833" y="245638"/>
                  </a:cubicBezTo>
                  <a:lnTo>
                    <a:pt x="21833" y="176238"/>
                  </a:lnTo>
                  <a:cubicBezTo>
                    <a:pt x="19650" y="176238"/>
                    <a:pt x="275096" y="95993"/>
                    <a:pt x="585124" y="567"/>
                  </a:cubicBezTo>
                </a:path>
              </a:pathLst>
            </a:custGeom>
            <a:solidFill>
              <a:schemeClr val="bg1"/>
            </a:solidFill>
            <a:ln w="21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3328055-5F13-F74C-B22E-40DED61B8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041" y="2662177"/>
            <a:ext cx="9774934" cy="891251"/>
          </a:xfrm>
        </p:spPr>
        <p:txBody>
          <a:bodyPr/>
          <a:lstStyle>
            <a:lvl1pPr>
              <a:defRPr sz="7200" b="0" i="0">
                <a:solidFill>
                  <a:schemeClr val="bg1"/>
                </a:solidFill>
                <a:latin typeface="AktivGrotesk-Medium" panose="020B0504020202020204" pitchFamily="34" charset="0"/>
                <a:ea typeface="AktivGrotesk-Medium" panose="020B0504020202020204" pitchFamily="34" charset="0"/>
                <a:cs typeface="AktivGrotesk-Medium" panose="020B05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89B49267-D6DB-CA45-A7B3-5781585372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1635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605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0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E1EC5C-A7EB-4C27-8AC2-C80BBBB2F0E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>
              <a:solidFill>
                <a:schemeClr val="bg1">
                  <a:lumMod val="50000"/>
                </a:schemeClr>
              </a:solidFill>
              <a:latin typeface="AktivGrotesk-Light" panose="020B0404020202020204"/>
            </a:endParaRPr>
          </a:p>
        </p:txBody>
      </p:sp>
      <p:grpSp>
        <p:nvGrpSpPr>
          <p:cNvPr id="18" name="Graphic 5">
            <a:extLst>
              <a:ext uri="{FF2B5EF4-FFF2-40B4-BE49-F238E27FC236}">
                <a16:creationId xmlns:a16="http://schemas.microsoft.com/office/drawing/2014/main" id="{16909EC8-B0AE-6344-A683-FCE39607125B}"/>
              </a:ext>
            </a:extLst>
          </p:cNvPr>
          <p:cNvGrpSpPr/>
          <p:nvPr userDrawn="1"/>
        </p:nvGrpSpPr>
        <p:grpSpPr>
          <a:xfrm>
            <a:off x="3263239" y="1859193"/>
            <a:ext cx="5130954" cy="1138446"/>
            <a:chOff x="2267307" y="2581910"/>
            <a:chExt cx="7643728" cy="1695977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AF558F8-FA8B-5B41-BA7D-23D1C491DF56}"/>
                </a:ext>
              </a:extLst>
            </p:cNvPr>
            <p:cNvSpPr/>
            <p:nvPr/>
          </p:nvSpPr>
          <p:spPr>
            <a:xfrm>
              <a:off x="2267307" y="2592753"/>
              <a:ext cx="1678956" cy="1685133"/>
            </a:xfrm>
            <a:custGeom>
              <a:avLst/>
              <a:gdLst>
                <a:gd name="connsiteX0" fmla="*/ 722672 w 1678956"/>
                <a:gd name="connsiteY0" fmla="*/ 0 h 1685133"/>
                <a:gd name="connsiteX1" fmla="*/ 722672 w 1678956"/>
                <a:gd name="connsiteY1" fmla="*/ 52050 h 1685133"/>
                <a:gd name="connsiteX2" fmla="*/ 591674 w 1678956"/>
                <a:gd name="connsiteY2" fmla="*/ 80244 h 1685133"/>
                <a:gd name="connsiteX3" fmla="*/ 552375 w 1678956"/>
                <a:gd name="connsiteY3" fmla="*/ 158320 h 1685133"/>
                <a:gd name="connsiteX4" fmla="*/ 561108 w 1678956"/>
                <a:gd name="connsiteY4" fmla="*/ 212539 h 1685133"/>
                <a:gd name="connsiteX5" fmla="*/ 589491 w 1678956"/>
                <a:gd name="connsiteY5" fmla="*/ 288446 h 1685133"/>
                <a:gd name="connsiteX6" fmla="*/ 967201 w 1678956"/>
                <a:gd name="connsiteY6" fmla="*/ 1192823 h 1685133"/>
                <a:gd name="connsiteX7" fmla="*/ 1288146 w 1678956"/>
                <a:gd name="connsiteY7" fmla="*/ 394716 h 1685133"/>
                <a:gd name="connsiteX8" fmla="*/ 1331812 w 1678956"/>
                <a:gd name="connsiteY8" fmla="*/ 271096 h 1685133"/>
                <a:gd name="connsiteX9" fmla="*/ 1351462 w 1678956"/>
                <a:gd name="connsiteY9" fmla="*/ 173502 h 1685133"/>
                <a:gd name="connsiteX10" fmla="*/ 1285963 w 1678956"/>
                <a:gd name="connsiteY10" fmla="*/ 73738 h 1685133"/>
                <a:gd name="connsiteX11" fmla="*/ 1178981 w 1678956"/>
                <a:gd name="connsiteY11" fmla="*/ 52050 h 1685133"/>
                <a:gd name="connsiteX12" fmla="*/ 1178981 w 1678956"/>
                <a:gd name="connsiteY12" fmla="*/ 0 h 1685133"/>
                <a:gd name="connsiteX13" fmla="*/ 1678957 w 1678956"/>
                <a:gd name="connsiteY13" fmla="*/ 0 h 1685133"/>
                <a:gd name="connsiteX14" fmla="*/ 1678957 w 1678956"/>
                <a:gd name="connsiteY14" fmla="*/ 52050 h 1685133"/>
                <a:gd name="connsiteX15" fmla="*/ 1552325 w 1678956"/>
                <a:gd name="connsiteY15" fmla="*/ 110607 h 1685133"/>
                <a:gd name="connsiteX16" fmla="*/ 1440977 w 1678956"/>
                <a:gd name="connsiteY16" fmla="*/ 344834 h 1685133"/>
                <a:gd name="connsiteX17" fmla="*/ 925719 w 1678956"/>
                <a:gd name="connsiteY17" fmla="*/ 1626577 h 1685133"/>
                <a:gd name="connsiteX18" fmla="*/ 901702 w 1678956"/>
                <a:gd name="connsiteY18" fmla="*/ 1672121 h 1685133"/>
                <a:gd name="connsiteX19" fmla="*/ 877686 w 1678956"/>
                <a:gd name="connsiteY19" fmla="*/ 1685134 h 1685133"/>
                <a:gd name="connsiteX20" fmla="*/ 847120 w 1678956"/>
                <a:gd name="connsiteY20" fmla="*/ 1663446 h 1685133"/>
                <a:gd name="connsiteX21" fmla="*/ 820920 w 1678956"/>
                <a:gd name="connsiteY21" fmla="*/ 1613564 h 1685133"/>
                <a:gd name="connsiteX22" fmla="*/ 272912 w 1678956"/>
                <a:gd name="connsiteY22" fmla="*/ 310134 h 1685133"/>
                <a:gd name="connsiteX23" fmla="*/ 130998 w 1678956"/>
                <a:gd name="connsiteY23" fmla="*/ 95426 h 1685133"/>
                <a:gd name="connsiteX24" fmla="*/ 0 w 1678956"/>
                <a:gd name="connsiteY24" fmla="*/ 52050 h 1685133"/>
                <a:gd name="connsiteX25" fmla="*/ 0 w 1678956"/>
                <a:gd name="connsiteY25" fmla="*/ 0 h 1685133"/>
                <a:gd name="connsiteX26" fmla="*/ 722672 w 1678956"/>
                <a:gd name="connsiteY26" fmla="*/ 0 h 168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78956" h="1685133">
                  <a:moveTo>
                    <a:pt x="722672" y="0"/>
                  </a:moveTo>
                  <a:lnTo>
                    <a:pt x="722672" y="52050"/>
                  </a:lnTo>
                  <a:cubicBezTo>
                    <a:pt x="661540" y="58557"/>
                    <a:pt x="615690" y="69401"/>
                    <a:pt x="591674" y="80244"/>
                  </a:cubicBezTo>
                  <a:cubicBezTo>
                    <a:pt x="565474" y="93257"/>
                    <a:pt x="552375" y="119282"/>
                    <a:pt x="552375" y="158320"/>
                  </a:cubicBezTo>
                  <a:cubicBezTo>
                    <a:pt x="552375" y="177839"/>
                    <a:pt x="554558" y="195189"/>
                    <a:pt x="561108" y="212539"/>
                  </a:cubicBezTo>
                  <a:cubicBezTo>
                    <a:pt x="565474" y="229890"/>
                    <a:pt x="576391" y="255915"/>
                    <a:pt x="589491" y="288446"/>
                  </a:cubicBezTo>
                  <a:lnTo>
                    <a:pt x="967201" y="1192823"/>
                  </a:lnTo>
                  <a:lnTo>
                    <a:pt x="1288146" y="394716"/>
                  </a:lnTo>
                  <a:cubicBezTo>
                    <a:pt x="1303429" y="355678"/>
                    <a:pt x="1318712" y="314472"/>
                    <a:pt x="1331812" y="271096"/>
                  </a:cubicBezTo>
                  <a:cubicBezTo>
                    <a:pt x="1344912" y="227721"/>
                    <a:pt x="1351462" y="195189"/>
                    <a:pt x="1351462" y="173502"/>
                  </a:cubicBezTo>
                  <a:cubicBezTo>
                    <a:pt x="1351462" y="127957"/>
                    <a:pt x="1329629" y="93257"/>
                    <a:pt x="1285963" y="73738"/>
                  </a:cubicBezTo>
                  <a:cubicBezTo>
                    <a:pt x="1259763" y="62894"/>
                    <a:pt x="1222647" y="56388"/>
                    <a:pt x="1178981" y="52050"/>
                  </a:cubicBezTo>
                  <a:lnTo>
                    <a:pt x="1178981" y="0"/>
                  </a:lnTo>
                  <a:lnTo>
                    <a:pt x="1678957" y="0"/>
                  </a:lnTo>
                  <a:lnTo>
                    <a:pt x="1678957" y="52050"/>
                  </a:lnTo>
                  <a:cubicBezTo>
                    <a:pt x="1620008" y="56388"/>
                    <a:pt x="1578525" y="75907"/>
                    <a:pt x="1552325" y="110607"/>
                  </a:cubicBezTo>
                  <a:cubicBezTo>
                    <a:pt x="1526126" y="145308"/>
                    <a:pt x="1489010" y="223383"/>
                    <a:pt x="1440977" y="344834"/>
                  </a:cubicBezTo>
                  <a:lnTo>
                    <a:pt x="925719" y="1626577"/>
                  </a:lnTo>
                  <a:cubicBezTo>
                    <a:pt x="916985" y="1648265"/>
                    <a:pt x="908252" y="1663446"/>
                    <a:pt x="901702" y="1672121"/>
                  </a:cubicBezTo>
                  <a:cubicBezTo>
                    <a:pt x="895152" y="1680796"/>
                    <a:pt x="888603" y="1685134"/>
                    <a:pt x="877686" y="1685134"/>
                  </a:cubicBezTo>
                  <a:cubicBezTo>
                    <a:pt x="866770" y="1685134"/>
                    <a:pt x="855853" y="1678627"/>
                    <a:pt x="847120" y="1663446"/>
                  </a:cubicBezTo>
                  <a:cubicBezTo>
                    <a:pt x="838387" y="1650433"/>
                    <a:pt x="829654" y="1633083"/>
                    <a:pt x="820920" y="1613564"/>
                  </a:cubicBezTo>
                  <a:lnTo>
                    <a:pt x="272912" y="310134"/>
                  </a:lnTo>
                  <a:cubicBezTo>
                    <a:pt x="229246" y="203864"/>
                    <a:pt x="181214" y="132295"/>
                    <a:pt x="130998" y="95426"/>
                  </a:cubicBezTo>
                  <a:cubicBezTo>
                    <a:pt x="100432" y="73738"/>
                    <a:pt x="56766" y="58557"/>
                    <a:pt x="0" y="52050"/>
                  </a:cubicBezTo>
                  <a:lnTo>
                    <a:pt x="0" y="0"/>
                  </a:lnTo>
                  <a:lnTo>
                    <a:pt x="722672" y="0"/>
                  </a:lnTo>
                  <a:close/>
                </a:path>
              </a:pathLst>
            </a:custGeom>
            <a:grpFill/>
            <a:ln w="21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069D2820-73C1-2B46-B5C1-971B1D56C700}"/>
                </a:ext>
              </a:extLst>
            </p:cNvPr>
            <p:cNvSpPr/>
            <p:nvPr/>
          </p:nvSpPr>
          <p:spPr>
            <a:xfrm>
              <a:off x="4077262" y="2586247"/>
              <a:ext cx="1709522" cy="1680796"/>
            </a:xfrm>
            <a:custGeom>
              <a:avLst/>
              <a:gdLst>
                <a:gd name="connsiteX0" fmla="*/ 528358 w 1709522"/>
                <a:gd name="connsiteY0" fmla="*/ 0 h 1680796"/>
                <a:gd name="connsiteX1" fmla="*/ 528358 w 1709522"/>
                <a:gd name="connsiteY1" fmla="*/ 1136435 h 1680796"/>
                <a:gd name="connsiteX2" fmla="*/ 563291 w 1709522"/>
                <a:gd name="connsiteY2" fmla="*/ 1329456 h 1680796"/>
                <a:gd name="connsiteX3" fmla="*/ 810004 w 1709522"/>
                <a:gd name="connsiteY3" fmla="*/ 1463919 h 1680796"/>
                <a:gd name="connsiteX4" fmla="*/ 1050166 w 1709522"/>
                <a:gd name="connsiteY4" fmla="*/ 1383675 h 1680796"/>
                <a:gd name="connsiteX5" fmla="*/ 1185531 w 1709522"/>
                <a:gd name="connsiteY5" fmla="*/ 1262224 h 1680796"/>
                <a:gd name="connsiteX6" fmla="*/ 1185531 w 1709522"/>
                <a:gd name="connsiteY6" fmla="*/ 290615 h 1680796"/>
                <a:gd name="connsiteX7" fmla="*/ 1130949 w 1709522"/>
                <a:gd name="connsiteY7" fmla="*/ 110607 h 1680796"/>
                <a:gd name="connsiteX8" fmla="*/ 916985 w 1709522"/>
                <a:gd name="connsiteY8" fmla="*/ 58557 h 1680796"/>
                <a:gd name="connsiteX9" fmla="*/ 916985 w 1709522"/>
                <a:gd name="connsiteY9" fmla="*/ 0 h 1680796"/>
                <a:gd name="connsiteX10" fmla="*/ 1489010 w 1709522"/>
                <a:gd name="connsiteY10" fmla="*/ 0 h 1680796"/>
                <a:gd name="connsiteX11" fmla="*/ 1489010 w 1709522"/>
                <a:gd name="connsiteY11" fmla="*/ 1266561 h 1680796"/>
                <a:gd name="connsiteX12" fmla="*/ 1530492 w 1709522"/>
                <a:gd name="connsiteY12" fmla="*/ 1427050 h 1680796"/>
                <a:gd name="connsiteX13" fmla="*/ 1709523 w 1709522"/>
                <a:gd name="connsiteY13" fmla="*/ 1466088 h 1680796"/>
                <a:gd name="connsiteX14" fmla="*/ 1709523 w 1709522"/>
                <a:gd name="connsiteY14" fmla="*/ 1518138 h 1680796"/>
                <a:gd name="connsiteX15" fmla="*/ 1567609 w 1709522"/>
                <a:gd name="connsiteY15" fmla="*/ 1557176 h 1680796"/>
                <a:gd name="connsiteX16" fmla="*/ 1414778 w 1709522"/>
                <a:gd name="connsiteY16" fmla="*/ 1604889 h 1680796"/>
                <a:gd name="connsiteX17" fmla="*/ 1213914 w 1709522"/>
                <a:gd name="connsiteY17" fmla="*/ 1680796 h 1680796"/>
                <a:gd name="connsiteX18" fmla="*/ 1202997 w 1709522"/>
                <a:gd name="connsiteY18" fmla="*/ 1672121 h 1680796"/>
                <a:gd name="connsiteX19" fmla="*/ 1200814 w 1709522"/>
                <a:gd name="connsiteY19" fmla="*/ 1652602 h 1680796"/>
                <a:gd name="connsiteX20" fmla="*/ 1200814 w 1709522"/>
                <a:gd name="connsiteY20" fmla="*/ 1359818 h 1680796"/>
                <a:gd name="connsiteX21" fmla="*/ 978118 w 1709522"/>
                <a:gd name="connsiteY21" fmla="*/ 1572358 h 1680796"/>
                <a:gd name="connsiteX22" fmla="*/ 654990 w 1709522"/>
                <a:gd name="connsiteY22" fmla="*/ 1678627 h 1680796"/>
                <a:gd name="connsiteX23" fmla="*/ 360244 w 1709522"/>
                <a:gd name="connsiteY23" fmla="*/ 1568020 h 1680796"/>
                <a:gd name="connsiteX24" fmla="*/ 220513 w 1709522"/>
                <a:gd name="connsiteY24" fmla="*/ 1203667 h 1680796"/>
                <a:gd name="connsiteX25" fmla="*/ 220513 w 1709522"/>
                <a:gd name="connsiteY25" fmla="*/ 286278 h 1680796"/>
                <a:gd name="connsiteX26" fmla="*/ 161564 w 1709522"/>
                <a:gd name="connsiteY26" fmla="*/ 95426 h 1680796"/>
                <a:gd name="connsiteX27" fmla="*/ 0 w 1709522"/>
                <a:gd name="connsiteY27" fmla="*/ 54219 h 1680796"/>
                <a:gd name="connsiteX28" fmla="*/ 0 w 1709522"/>
                <a:gd name="connsiteY28" fmla="*/ 0 h 1680796"/>
                <a:gd name="connsiteX29" fmla="*/ 528358 w 1709522"/>
                <a:gd name="connsiteY29" fmla="*/ 0 h 1680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09522" h="1680796">
                  <a:moveTo>
                    <a:pt x="528358" y="0"/>
                  </a:moveTo>
                  <a:lnTo>
                    <a:pt x="528358" y="1136435"/>
                  </a:lnTo>
                  <a:cubicBezTo>
                    <a:pt x="528358" y="1216680"/>
                    <a:pt x="539275" y="1281743"/>
                    <a:pt x="563291" y="1329456"/>
                  </a:cubicBezTo>
                  <a:cubicBezTo>
                    <a:pt x="606957" y="1418375"/>
                    <a:pt x="689922" y="1463919"/>
                    <a:pt x="810004" y="1463919"/>
                  </a:cubicBezTo>
                  <a:cubicBezTo>
                    <a:pt x="890786" y="1463919"/>
                    <a:pt x="971568" y="1437894"/>
                    <a:pt x="1050166" y="1383675"/>
                  </a:cubicBezTo>
                  <a:cubicBezTo>
                    <a:pt x="1093832" y="1353312"/>
                    <a:pt x="1139682" y="1314274"/>
                    <a:pt x="1185531" y="1262224"/>
                  </a:cubicBezTo>
                  <a:lnTo>
                    <a:pt x="1185531" y="290615"/>
                  </a:lnTo>
                  <a:cubicBezTo>
                    <a:pt x="1185531" y="199527"/>
                    <a:pt x="1168065" y="138801"/>
                    <a:pt x="1130949" y="110607"/>
                  </a:cubicBezTo>
                  <a:cubicBezTo>
                    <a:pt x="1096016" y="82413"/>
                    <a:pt x="1023967" y="65063"/>
                    <a:pt x="916985" y="58557"/>
                  </a:cubicBezTo>
                  <a:lnTo>
                    <a:pt x="916985" y="0"/>
                  </a:lnTo>
                  <a:lnTo>
                    <a:pt x="1489010" y="0"/>
                  </a:lnTo>
                  <a:lnTo>
                    <a:pt x="1489010" y="1266561"/>
                  </a:lnTo>
                  <a:cubicBezTo>
                    <a:pt x="1489010" y="1344637"/>
                    <a:pt x="1502110" y="1398856"/>
                    <a:pt x="1530492" y="1427050"/>
                  </a:cubicBezTo>
                  <a:cubicBezTo>
                    <a:pt x="1558875" y="1457413"/>
                    <a:pt x="1617824" y="1470426"/>
                    <a:pt x="1709523" y="1466088"/>
                  </a:cubicBezTo>
                  <a:lnTo>
                    <a:pt x="1709523" y="1518138"/>
                  </a:lnTo>
                  <a:cubicBezTo>
                    <a:pt x="1644024" y="1535489"/>
                    <a:pt x="1598175" y="1548501"/>
                    <a:pt x="1567609" y="1557176"/>
                  </a:cubicBezTo>
                  <a:cubicBezTo>
                    <a:pt x="1537042" y="1565851"/>
                    <a:pt x="1486826" y="1581033"/>
                    <a:pt x="1414778" y="1604889"/>
                  </a:cubicBezTo>
                  <a:cubicBezTo>
                    <a:pt x="1384211" y="1615733"/>
                    <a:pt x="1316529" y="1639590"/>
                    <a:pt x="1213914" y="1680796"/>
                  </a:cubicBezTo>
                  <a:cubicBezTo>
                    <a:pt x="1207364" y="1680796"/>
                    <a:pt x="1205181" y="1678627"/>
                    <a:pt x="1202997" y="1672121"/>
                  </a:cubicBezTo>
                  <a:cubicBezTo>
                    <a:pt x="1200814" y="1665615"/>
                    <a:pt x="1200814" y="1659108"/>
                    <a:pt x="1200814" y="1652602"/>
                  </a:cubicBezTo>
                  <a:lnTo>
                    <a:pt x="1200814" y="1359818"/>
                  </a:lnTo>
                  <a:cubicBezTo>
                    <a:pt x="1120032" y="1455244"/>
                    <a:pt x="1045800" y="1526814"/>
                    <a:pt x="978118" y="1572358"/>
                  </a:cubicBezTo>
                  <a:cubicBezTo>
                    <a:pt x="875503" y="1643927"/>
                    <a:pt x="768521" y="1678627"/>
                    <a:pt x="654990" y="1678627"/>
                  </a:cubicBezTo>
                  <a:cubicBezTo>
                    <a:pt x="550191" y="1678627"/>
                    <a:pt x="451943" y="1641758"/>
                    <a:pt x="360244" y="1568020"/>
                  </a:cubicBezTo>
                  <a:cubicBezTo>
                    <a:pt x="266362" y="1496451"/>
                    <a:pt x="220513" y="1375000"/>
                    <a:pt x="220513" y="1203667"/>
                  </a:cubicBezTo>
                  <a:lnTo>
                    <a:pt x="220513" y="286278"/>
                  </a:lnTo>
                  <a:cubicBezTo>
                    <a:pt x="220513" y="190852"/>
                    <a:pt x="200863" y="127957"/>
                    <a:pt x="161564" y="95426"/>
                  </a:cubicBezTo>
                  <a:cubicBezTo>
                    <a:pt x="135364" y="75907"/>
                    <a:pt x="82965" y="60726"/>
                    <a:pt x="0" y="54219"/>
                  </a:cubicBezTo>
                  <a:lnTo>
                    <a:pt x="0" y="0"/>
                  </a:lnTo>
                  <a:lnTo>
                    <a:pt x="528358" y="0"/>
                  </a:lnTo>
                  <a:close/>
                </a:path>
              </a:pathLst>
            </a:custGeom>
            <a:grpFill/>
            <a:ln w="21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A9BC323-619E-3E4A-8B6E-1F31A045760B}"/>
                </a:ext>
              </a:extLst>
            </p:cNvPr>
            <p:cNvSpPr/>
            <p:nvPr/>
          </p:nvSpPr>
          <p:spPr>
            <a:xfrm>
              <a:off x="5965815" y="2581910"/>
              <a:ext cx="1593807" cy="1691640"/>
            </a:xfrm>
            <a:custGeom>
              <a:avLst/>
              <a:gdLst>
                <a:gd name="connsiteX0" fmla="*/ 499975 w 1593807"/>
                <a:gd name="connsiteY0" fmla="*/ 190852 h 1691640"/>
                <a:gd name="connsiteX1" fmla="*/ 323128 w 1593807"/>
                <a:gd name="connsiteY1" fmla="*/ 739550 h 1691640"/>
                <a:gd name="connsiteX2" fmla="*/ 465043 w 1593807"/>
                <a:gd name="connsiteY2" fmla="*/ 1320781 h 1691640"/>
                <a:gd name="connsiteX3" fmla="*/ 858036 w 1593807"/>
                <a:gd name="connsiteY3" fmla="*/ 1589708 h 1691640"/>
                <a:gd name="connsiteX4" fmla="*/ 1161515 w 1593807"/>
                <a:gd name="connsiteY4" fmla="*/ 1409700 h 1691640"/>
                <a:gd name="connsiteX5" fmla="*/ 1268496 w 1593807"/>
                <a:gd name="connsiteY5" fmla="*/ 939077 h 1691640"/>
                <a:gd name="connsiteX6" fmla="*/ 1133132 w 1593807"/>
                <a:gd name="connsiteY6" fmla="*/ 368691 h 1691640"/>
                <a:gd name="connsiteX7" fmla="*/ 740138 w 1593807"/>
                <a:gd name="connsiteY7" fmla="*/ 101932 h 1691640"/>
                <a:gd name="connsiteX8" fmla="*/ 499975 w 1593807"/>
                <a:gd name="connsiteY8" fmla="*/ 190852 h 1691640"/>
                <a:gd name="connsiteX9" fmla="*/ 222696 w 1593807"/>
                <a:gd name="connsiteY9" fmla="*/ 240733 h 1691640"/>
                <a:gd name="connsiteX10" fmla="*/ 792537 w 1593807"/>
                <a:gd name="connsiteY10" fmla="*/ 0 h 1691640"/>
                <a:gd name="connsiteX11" fmla="*/ 1366745 w 1593807"/>
                <a:gd name="connsiteY11" fmla="*/ 227721 h 1691640"/>
                <a:gd name="connsiteX12" fmla="*/ 1593808 w 1593807"/>
                <a:gd name="connsiteY12" fmla="*/ 832807 h 1691640"/>
                <a:gd name="connsiteX13" fmla="*/ 1373295 w 1593807"/>
                <a:gd name="connsiteY13" fmla="*/ 1435725 h 1691640"/>
                <a:gd name="connsiteX14" fmla="*/ 803454 w 1593807"/>
                <a:gd name="connsiteY14" fmla="*/ 1691640 h 1691640"/>
                <a:gd name="connsiteX15" fmla="*/ 233613 w 1593807"/>
                <a:gd name="connsiteY15" fmla="*/ 1446569 h 1691640"/>
                <a:gd name="connsiteX16" fmla="*/ 0 w 1593807"/>
                <a:gd name="connsiteY16" fmla="*/ 828470 h 1691640"/>
                <a:gd name="connsiteX17" fmla="*/ 222696 w 1593807"/>
                <a:gd name="connsiteY17" fmla="*/ 240733 h 1691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93807" h="1691640">
                  <a:moveTo>
                    <a:pt x="499975" y="190852"/>
                  </a:moveTo>
                  <a:cubicBezTo>
                    <a:pt x="382077" y="297121"/>
                    <a:pt x="323128" y="479298"/>
                    <a:pt x="323128" y="739550"/>
                  </a:cubicBezTo>
                  <a:cubicBezTo>
                    <a:pt x="323128" y="947752"/>
                    <a:pt x="371161" y="1140773"/>
                    <a:pt x="465043" y="1320781"/>
                  </a:cubicBezTo>
                  <a:cubicBezTo>
                    <a:pt x="558924" y="1500788"/>
                    <a:pt x="689922" y="1589708"/>
                    <a:pt x="858036" y="1589708"/>
                  </a:cubicBezTo>
                  <a:cubicBezTo>
                    <a:pt x="989034" y="1589708"/>
                    <a:pt x="1091649" y="1528982"/>
                    <a:pt x="1161515" y="1409700"/>
                  </a:cubicBezTo>
                  <a:cubicBezTo>
                    <a:pt x="1233564" y="1290418"/>
                    <a:pt x="1268496" y="1132098"/>
                    <a:pt x="1268496" y="939077"/>
                  </a:cubicBezTo>
                  <a:cubicBezTo>
                    <a:pt x="1268496" y="737382"/>
                    <a:pt x="1222647" y="546530"/>
                    <a:pt x="1133132" y="368691"/>
                  </a:cubicBezTo>
                  <a:cubicBezTo>
                    <a:pt x="1043617" y="190852"/>
                    <a:pt x="912619" y="101932"/>
                    <a:pt x="740138" y="101932"/>
                  </a:cubicBezTo>
                  <a:cubicBezTo>
                    <a:pt x="648440" y="101932"/>
                    <a:pt x="567658" y="132295"/>
                    <a:pt x="499975" y="190852"/>
                  </a:cubicBezTo>
                  <a:moveTo>
                    <a:pt x="222696" y="240733"/>
                  </a:moveTo>
                  <a:cubicBezTo>
                    <a:pt x="368977" y="80244"/>
                    <a:pt x="558924" y="0"/>
                    <a:pt x="792537" y="0"/>
                  </a:cubicBezTo>
                  <a:cubicBezTo>
                    <a:pt x="1023967" y="0"/>
                    <a:pt x="1216097" y="75907"/>
                    <a:pt x="1366745" y="227721"/>
                  </a:cubicBezTo>
                  <a:cubicBezTo>
                    <a:pt x="1517393" y="379535"/>
                    <a:pt x="1593808" y="579061"/>
                    <a:pt x="1593808" y="832807"/>
                  </a:cubicBezTo>
                  <a:cubicBezTo>
                    <a:pt x="1593808" y="1064866"/>
                    <a:pt x="1519576" y="1266561"/>
                    <a:pt x="1373295" y="1435725"/>
                  </a:cubicBezTo>
                  <a:cubicBezTo>
                    <a:pt x="1227014" y="1604889"/>
                    <a:pt x="1037067" y="1691640"/>
                    <a:pt x="803454" y="1691640"/>
                  </a:cubicBezTo>
                  <a:cubicBezTo>
                    <a:pt x="578574" y="1691640"/>
                    <a:pt x="388627" y="1609227"/>
                    <a:pt x="233613" y="1446569"/>
                  </a:cubicBezTo>
                  <a:cubicBezTo>
                    <a:pt x="78599" y="1281743"/>
                    <a:pt x="0" y="1075710"/>
                    <a:pt x="0" y="828470"/>
                  </a:cubicBezTo>
                  <a:cubicBezTo>
                    <a:pt x="0" y="596412"/>
                    <a:pt x="74232" y="399054"/>
                    <a:pt x="222696" y="240733"/>
                  </a:cubicBezTo>
                </a:path>
              </a:pathLst>
            </a:custGeom>
            <a:grpFill/>
            <a:ln w="21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03A7D2C2-C884-2E45-8088-01D8F593A044}"/>
                </a:ext>
              </a:extLst>
            </p:cNvPr>
            <p:cNvSpPr/>
            <p:nvPr/>
          </p:nvSpPr>
          <p:spPr>
            <a:xfrm>
              <a:off x="7736470" y="2586247"/>
              <a:ext cx="1211730" cy="1674289"/>
            </a:xfrm>
            <a:custGeom>
              <a:avLst/>
              <a:gdLst>
                <a:gd name="connsiteX0" fmla="*/ 0 w 1211730"/>
                <a:gd name="connsiteY0" fmla="*/ 1620071 h 1674289"/>
                <a:gd name="connsiteX1" fmla="*/ 218330 w 1211730"/>
                <a:gd name="connsiteY1" fmla="*/ 1561514 h 1674289"/>
                <a:gd name="connsiteX2" fmla="*/ 272912 w 1211730"/>
                <a:gd name="connsiteY2" fmla="*/ 1375000 h 1674289"/>
                <a:gd name="connsiteX3" fmla="*/ 272912 w 1211730"/>
                <a:gd name="connsiteY3" fmla="*/ 568218 h 1674289"/>
                <a:gd name="connsiteX4" fmla="*/ 240163 w 1211730"/>
                <a:gd name="connsiteY4" fmla="*/ 316640 h 1674289"/>
                <a:gd name="connsiteX5" fmla="*/ 117898 w 1211730"/>
                <a:gd name="connsiteY5" fmla="*/ 240733 h 1674289"/>
                <a:gd name="connsiteX6" fmla="*/ 69866 w 1211730"/>
                <a:gd name="connsiteY6" fmla="*/ 245071 h 1674289"/>
                <a:gd name="connsiteX7" fmla="*/ 6550 w 1211730"/>
                <a:gd name="connsiteY7" fmla="*/ 255915 h 1674289"/>
                <a:gd name="connsiteX8" fmla="*/ 6550 w 1211730"/>
                <a:gd name="connsiteY8" fmla="*/ 199527 h 1674289"/>
                <a:gd name="connsiteX9" fmla="*/ 218330 w 1211730"/>
                <a:gd name="connsiteY9" fmla="*/ 127957 h 1674289"/>
                <a:gd name="connsiteX10" fmla="*/ 368977 w 1211730"/>
                <a:gd name="connsiteY10" fmla="*/ 75907 h 1674289"/>
                <a:gd name="connsiteX11" fmla="*/ 554558 w 1211730"/>
                <a:gd name="connsiteY11" fmla="*/ 0 h 1674289"/>
                <a:gd name="connsiteX12" fmla="*/ 569841 w 1211730"/>
                <a:gd name="connsiteY12" fmla="*/ 8675 h 1674289"/>
                <a:gd name="connsiteX13" fmla="*/ 572025 w 1211730"/>
                <a:gd name="connsiteY13" fmla="*/ 49882 h 1674289"/>
                <a:gd name="connsiteX14" fmla="*/ 572025 w 1211730"/>
                <a:gd name="connsiteY14" fmla="*/ 344834 h 1674289"/>
                <a:gd name="connsiteX15" fmla="*/ 790354 w 1211730"/>
                <a:gd name="connsiteY15" fmla="*/ 95426 h 1674289"/>
                <a:gd name="connsiteX16" fmla="*/ 1008684 w 1211730"/>
                <a:gd name="connsiteY16" fmla="*/ 6506 h 1674289"/>
                <a:gd name="connsiteX17" fmla="*/ 1154965 w 1211730"/>
                <a:gd name="connsiteY17" fmla="*/ 60726 h 1674289"/>
                <a:gd name="connsiteX18" fmla="*/ 1211731 w 1211730"/>
                <a:gd name="connsiteY18" fmla="*/ 199527 h 1674289"/>
                <a:gd name="connsiteX19" fmla="*/ 1168065 w 1211730"/>
                <a:gd name="connsiteY19" fmla="*/ 323147 h 1674289"/>
                <a:gd name="connsiteX20" fmla="*/ 1061083 w 1211730"/>
                <a:gd name="connsiteY20" fmla="*/ 373028 h 1674289"/>
                <a:gd name="connsiteX21" fmla="*/ 927902 w 1211730"/>
                <a:gd name="connsiteY21" fmla="*/ 310134 h 1674289"/>
                <a:gd name="connsiteX22" fmla="*/ 823104 w 1211730"/>
                <a:gd name="connsiteY22" fmla="*/ 247240 h 1674289"/>
                <a:gd name="connsiteX23" fmla="*/ 672456 w 1211730"/>
                <a:gd name="connsiteY23" fmla="*/ 347003 h 1674289"/>
                <a:gd name="connsiteX24" fmla="*/ 582941 w 1211730"/>
                <a:gd name="connsiteY24" fmla="*/ 553036 h 1674289"/>
                <a:gd name="connsiteX25" fmla="*/ 582941 w 1211730"/>
                <a:gd name="connsiteY25" fmla="*/ 1351143 h 1674289"/>
                <a:gd name="connsiteX26" fmla="*/ 654990 w 1211730"/>
                <a:gd name="connsiteY26" fmla="*/ 1561514 h 1674289"/>
                <a:gd name="connsiteX27" fmla="*/ 895152 w 1211730"/>
                <a:gd name="connsiteY27" fmla="*/ 1615733 h 1674289"/>
                <a:gd name="connsiteX28" fmla="*/ 895152 w 1211730"/>
                <a:gd name="connsiteY28" fmla="*/ 1674290 h 1674289"/>
                <a:gd name="connsiteX29" fmla="*/ 4367 w 1211730"/>
                <a:gd name="connsiteY29" fmla="*/ 1674290 h 1674289"/>
                <a:gd name="connsiteX30" fmla="*/ 4367 w 1211730"/>
                <a:gd name="connsiteY30" fmla="*/ 1620071 h 1674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11730" h="1674289">
                  <a:moveTo>
                    <a:pt x="0" y="1620071"/>
                  </a:moveTo>
                  <a:cubicBezTo>
                    <a:pt x="109165" y="1611396"/>
                    <a:pt x="183397" y="1591877"/>
                    <a:pt x="218330" y="1561514"/>
                  </a:cubicBezTo>
                  <a:cubicBezTo>
                    <a:pt x="255446" y="1533320"/>
                    <a:pt x="272912" y="1470426"/>
                    <a:pt x="272912" y="1375000"/>
                  </a:cubicBezTo>
                  <a:lnTo>
                    <a:pt x="272912" y="568218"/>
                  </a:lnTo>
                  <a:cubicBezTo>
                    <a:pt x="272912" y="451104"/>
                    <a:pt x="261996" y="368691"/>
                    <a:pt x="240163" y="316640"/>
                  </a:cubicBezTo>
                  <a:cubicBezTo>
                    <a:pt x="218330" y="266759"/>
                    <a:pt x="176847" y="240733"/>
                    <a:pt x="117898" y="240733"/>
                  </a:cubicBezTo>
                  <a:cubicBezTo>
                    <a:pt x="104798" y="240733"/>
                    <a:pt x="89515" y="242902"/>
                    <a:pt x="69866" y="245071"/>
                  </a:cubicBezTo>
                  <a:cubicBezTo>
                    <a:pt x="50216" y="247240"/>
                    <a:pt x="28383" y="251577"/>
                    <a:pt x="6550" y="255915"/>
                  </a:cubicBezTo>
                  <a:lnTo>
                    <a:pt x="6550" y="199527"/>
                  </a:lnTo>
                  <a:cubicBezTo>
                    <a:pt x="74232" y="175670"/>
                    <a:pt x="146281" y="151814"/>
                    <a:pt x="218330" y="127957"/>
                  </a:cubicBezTo>
                  <a:cubicBezTo>
                    <a:pt x="290379" y="101932"/>
                    <a:pt x="340595" y="84582"/>
                    <a:pt x="368977" y="75907"/>
                  </a:cubicBezTo>
                  <a:cubicBezTo>
                    <a:pt x="427927" y="54219"/>
                    <a:pt x="491242" y="28194"/>
                    <a:pt x="554558" y="0"/>
                  </a:cubicBezTo>
                  <a:cubicBezTo>
                    <a:pt x="563291" y="0"/>
                    <a:pt x="567658" y="2169"/>
                    <a:pt x="569841" y="8675"/>
                  </a:cubicBezTo>
                  <a:cubicBezTo>
                    <a:pt x="572025" y="15181"/>
                    <a:pt x="572025" y="28194"/>
                    <a:pt x="572025" y="49882"/>
                  </a:cubicBezTo>
                  <a:lnTo>
                    <a:pt x="572025" y="344834"/>
                  </a:lnTo>
                  <a:cubicBezTo>
                    <a:pt x="646257" y="238565"/>
                    <a:pt x="720489" y="156151"/>
                    <a:pt x="790354" y="95426"/>
                  </a:cubicBezTo>
                  <a:cubicBezTo>
                    <a:pt x="860220" y="36869"/>
                    <a:pt x="932269" y="6506"/>
                    <a:pt x="1008684" y="6506"/>
                  </a:cubicBezTo>
                  <a:cubicBezTo>
                    <a:pt x="1067633" y="6506"/>
                    <a:pt x="1117849" y="23856"/>
                    <a:pt x="1154965" y="60726"/>
                  </a:cubicBezTo>
                  <a:cubicBezTo>
                    <a:pt x="1192081" y="97595"/>
                    <a:pt x="1211731" y="143139"/>
                    <a:pt x="1211731" y="199527"/>
                  </a:cubicBezTo>
                  <a:cubicBezTo>
                    <a:pt x="1211731" y="249408"/>
                    <a:pt x="1196448" y="290615"/>
                    <a:pt x="1168065" y="323147"/>
                  </a:cubicBezTo>
                  <a:cubicBezTo>
                    <a:pt x="1139682" y="355678"/>
                    <a:pt x="1102566" y="373028"/>
                    <a:pt x="1061083" y="373028"/>
                  </a:cubicBezTo>
                  <a:cubicBezTo>
                    <a:pt x="1017417" y="373028"/>
                    <a:pt x="971568" y="351341"/>
                    <a:pt x="927902" y="310134"/>
                  </a:cubicBezTo>
                  <a:cubicBezTo>
                    <a:pt x="882053" y="268927"/>
                    <a:pt x="847120" y="247240"/>
                    <a:pt x="823104" y="247240"/>
                  </a:cubicBezTo>
                  <a:cubicBezTo>
                    <a:pt x="781621" y="247240"/>
                    <a:pt x="731405" y="281940"/>
                    <a:pt x="672456" y="347003"/>
                  </a:cubicBezTo>
                  <a:cubicBezTo>
                    <a:pt x="613507" y="414235"/>
                    <a:pt x="582941" y="483636"/>
                    <a:pt x="582941" y="553036"/>
                  </a:cubicBezTo>
                  <a:lnTo>
                    <a:pt x="582941" y="1351143"/>
                  </a:lnTo>
                  <a:cubicBezTo>
                    <a:pt x="582941" y="1450907"/>
                    <a:pt x="606957" y="1522476"/>
                    <a:pt x="654990" y="1561514"/>
                  </a:cubicBezTo>
                  <a:cubicBezTo>
                    <a:pt x="703022" y="1600552"/>
                    <a:pt x="783804" y="1620071"/>
                    <a:pt x="895152" y="1615733"/>
                  </a:cubicBezTo>
                  <a:lnTo>
                    <a:pt x="895152" y="1674290"/>
                  </a:lnTo>
                  <a:lnTo>
                    <a:pt x="4367" y="1674290"/>
                  </a:lnTo>
                  <a:lnTo>
                    <a:pt x="4367" y="1620071"/>
                  </a:lnTo>
                  <a:close/>
                </a:path>
              </a:pathLst>
            </a:custGeom>
            <a:grpFill/>
            <a:ln w="21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8E7F7747-9339-5D41-BDD7-5CC265B7DC91}"/>
                </a:ext>
              </a:extLst>
            </p:cNvPr>
            <p:cNvSpPr/>
            <p:nvPr/>
          </p:nvSpPr>
          <p:spPr>
            <a:xfrm>
              <a:off x="9039900" y="2592186"/>
              <a:ext cx="871135" cy="1670519"/>
            </a:xfrm>
            <a:custGeom>
              <a:avLst/>
              <a:gdLst>
                <a:gd name="connsiteX0" fmla="*/ 585124 w 871135"/>
                <a:gd name="connsiteY0" fmla="*/ 567 h 1670519"/>
                <a:gd name="connsiteX1" fmla="*/ 598224 w 871135"/>
                <a:gd name="connsiteY1" fmla="*/ 26592 h 1670519"/>
                <a:gd name="connsiteX2" fmla="*/ 598224 w 871135"/>
                <a:gd name="connsiteY2" fmla="*/ 1301829 h 1670519"/>
                <a:gd name="connsiteX3" fmla="*/ 648439 w 871135"/>
                <a:gd name="connsiteY3" fmla="*/ 1553406 h 1670519"/>
                <a:gd name="connsiteX4" fmla="*/ 871136 w 871135"/>
                <a:gd name="connsiteY4" fmla="*/ 1618469 h 1670519"/>
                <a:gd name="connsiteX5" fmla="*/ 871136 w 871135"/>
                <a:gd name="connsiteY5" fmla="*/ 1670520 h 1670519"/>
                <a:gd name="connsiteX6" fmla="*/ 0 w 871135"/>
                <a:gd name="connsiteY6" fmla="*/ 1670520 h 1670519"/>
                <a:gd name="connsiteX7" fmla="*/ 0 w 871135"/>
                <a:gd name="connsiteY7" fmla="*/ 1618469 h 1670519"/>
                <a:gd name="connsiteX8" fmla="*/ 242346 w 871135"/>
                <a:gd name="connsiteY8" fmla="*/ 1555575 h 1670519"/>
                <a:gd name="connsiteX9" fmla="*/ 292562 w 871135"/>
                <a:gd name="connsiteY9" fmla="*/ 1303998 h 1670519"/>
                <a:gd name="connsiteX10" fmla="*/ 292562 w 871135"/>
                <a:gd name="connsiteY10" fmla="*/ 445165 h 1670519"/>
                <a:gd name="connsiteX11" fmla="*/ 277279 w 871135"/>
                <a:gd name="connsiteY11" fmla="*/ 286845 h 1670519"/>
                <a:gd name="connsiteX12" fmla="*/ 165931 w 871135"/>
                <a:gd name="connsiteY12" fmla="*/ 213107 h 1670519"/>
                <a:gd name="connsiteX13" fmla="*/ 128814 w 871135"/>
                <a:gd name="connsiteY13" fmla="*/ 217444 h 1670519"/>
                <a:gd name="connsiteX14" fmla="*/ 21833 w 871135"/>
                <a:gd name="connsiteY14" fmla="*/ 245638 h 1670519"/>
                <a:gd name="connsiteX15" fmla="*/ 21833 w 871135"/>
                <a:gd name="connsiteY15" fmla="*/ 176238 h 1670519"/>
                <a:gd name="connsiteX16" fmla="*/ 585124 w 871135"/>
                <a:gd name="connsiteY16" fmla="*/ 567 h 167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71135" h="1670519">
                  <a:moveTo>
                    <a:pt x="585124" y="567"/>
                  </a:moveTo>
                  <a:cubicBezTo>
                    <a:pt x="600407" y="-3770"/>
                    <a:pt x="598224" y="17917"/>
                    <a:pt x="598224" y="26592"/>
                  </a:cubicBezTo>
                  <a:lnTo>
                    <a:pt x="598224" y="1301829"/>
                  </a:lnTo>
                  <a:cubicBezTo>
                    <a:pt x="598224" y="1436292"/>
                    <a:pt x="613507" y="1520874"/>
                    <a:pt x="648439" y="1553406"/>
                  </a:cubicBezTo>
                  <a:cubicBezTo>
                    <a:pt x="681189" y="1588106"/>
                    <a:pt x="755421" y="1609794"/>
                    <a:pt x="871136" y="1618469"/>
                  </a:cubicBezTo>
                  <a:lnTo>
                    <a:pt x="871136" y="1670520"/>
                  </a:lnTo>
                  <a:lnTo>
                    <a:pt x="0" y="1670520"/>
                  </a:lnTo>
                  <a:lnTo>
                    <a:pt x="0" y="1618469"/>
                  </a:lnTo>
                  <a:cubicBezTo>
                    <a:pt x="128814" y="1607625"/>
                    <a:pt x="209597" y="1585938"/>
                    <a:pt x="242346" y="1555575"/>
                  </a:cubicBezTo>
                  <a:cubicBezTo>
                    <a:pt x="275096" y="1525212"/>
                    <a:pt x="292562" y="1440630"/>
                    <a:pt x="292562" y="1303998"/>
                  </a:cubicBezTo>
                  <a:lnTo>
                    <a:pt x="292562" y="445165"/>
                  </a:lnTo>
                  <a:cubicBezTo>
                    <a:pt x="292562" y="369258"/>
                    <a:pt x="288195" y="315039"/>
                    <a:pt x="277279" y="286845"/>
                  </a:cubicBezTo>
                  <a:cubicBezTo>
                    <a:pt x="259812" y="239132"/>
                    <a:pt x="222696" y="213107"/>
                    <a:pt x="165931" y="213107"/>
                  </a:cubicBezTo>
                  <a:cubicBezTo>
                    <a:pt x="152831" y="213107"/>
                    <a:pt x="139731" y="215275"/>
                    <a:pt x="128814" y="217444"/>
                  </a:cubicBezTo>
                  <a:cubicBezTo>
                    <a:pt x="115715" y="219613"/>
                    <a:pt x="80782" y="230457"/>
                    <a:pt x="21833" y="245638"/>
                  </a:cubicBezTo>
                  <a:lnTo>
                    <a:pt x="21833" y="176238"/>
                  </a:lnTo>
                  <a:cubicBezTo>
                    <a:pt x="19650" y="176238"/>
                    <a:pt x="275096" y="95993"/>
                    <a:pt x="585124" y="567"/>
                  </a:cubicBezTo>
                </a:path>
              </a:pathLst>
            </a:custGeom>
            <a:grpFill/>
            <a:ln w="21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85388846-D695-524A-972E-0BC5A87763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09555" y="4518452"/>
            <a:ext cx="5472714" cy="560387"/>
          </a:xfrm>
          <a:ln>
            <a:noFill/>
          </a:ln>
        </p:spPr>
        <p:txBody>
          <a:bodyPr>
            <a:normAutofit/>
          </a:bodyPr>
          <a:lstStyle>
            <a:lvl1pPr algn="ctr">
              <a:defRPr sz="18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 title or Presenter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1D06DC67-79B1-9C46-8E70-34EF6D2DD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160" y="3860362"/>
            <a:ext cx="8367503" cy="678484"/>
          </a:xfrm>
        </p:spPr>
        <p:txBody>
          <a:bodyPr/>
          <a:lstStyle>
            <a:lvl1pPr algn="ctr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90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_0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E1EC5C-A7EB-4C27-8AC2-C80BBBB2F0E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>
              <a:solidFill>
                <a:schemeClr val="bg1">
                  <a:lumMod val="50000"/>
                </a:schemeClr>
              </a:solidFill>
              <a:latin typeface="AktivGrotesk-Light" panose="020B0404020202020204"/>
            </a:endParaRPr>
          </a:p>
        </p:txBody>
      </p:sp>
      <p:grpSp>
        <p:nvGrpSpPr>
          <p:cNvPr id="18" name="Graphic 5">
            <a:extLst>
              <a:ext uri="{FF2B5EF4-FFF2-40B4-BE49-F238E27FC236}">
                <a16:creationId xmlns:a16="http://schemas.microsoft.com/office/drawing/2014/main" id="{16909EC8-B0AE-6344-A683-FCE39607125B}"/>
              </a:ext>
            </a:extLst>
          </p:cNvPr>
          <p:cNvGrpSpPr/>
          <p:nvPr userDrawn="1"/>
        </p:nvGrpSpPr>
        <p:grpSpPr>
          <a:xfrm>
            <a:off x="5240363" y="582533"/>
            <a:ext cx="1567687" cy="347836"/>
            <a:chOff x="2267307" y="2581910"/>
            <a:chExt cx="7643728" cy="1695977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AF558F8-FA8B-5B41-BA7D-23D1C491DF56}"/>
                </a:ext>
              </a:extLst>
            </p:cNvPr>
            <p:cNvSpPr/>
            <p:nvPr/>
          </p:nvSpPr>
          <p:spPr>
            <a:xfrm>
              <a:off x="2267307" y="2592753"/>
              <a:ext cx="1678956" cy="1685133"/>
            </a:xfrm>
            <a:custGeom>
              <a:avLst/>
              <a:gdLst>
                <a:gd name="connsiteX0" fmla="*/ 722672 w 1678956"/>
                <a:gd name="connsiteY0" fmla="*/ 0 h 1685133"/>
                <a:gd name="connsiteX1" fmla="*/ 722672 w 1678956"/>
                <a:gd name="connsiteY1" fmla="*/ 52050 h 1685133"/>
                <a:gd name="connsiteX2" fmla="*/ 591674 w 1678956"/>
                <a:gd name="connsiteY2" fmla="*/ 80244 h 1685133"/>
                <a:gd name="connsiteX3" fmla="*/ 552375 w 1678956"/>
                <a:gd name="connsiteY3" fmla="*/ 158320 h 1685133"/>
                <a:gd name="connsiteX4" fmla="*/ 561108 w 1678956"/>
                <a:gd name="connsiteY4" fmla="*/ 212539 h 1685133"/>
                <a:gd name="connsiteX5" fmla="*/ 589491 w 1678956"/>
                <a:gd name="connsiteY5" fmla="*/ 288446 h 1685133"/>
                <a:gd name="connsiteX6" fmla="*/ 967201 w 1678956"/>
                <a:gd name="connsiteY6" fmla="*/ 1192823 h 1685133"/>
                <a:gd name="connsiteX7" fmla="*/ 1288146 w 1678956"/>
                <a:gd name="connsiteY7" fmla="*/ 394716 h 1685133"/>
                <a:gd name="connsiteX8" fmla="*/ 1331812 w 1678956"/>
                <a:gd name="connsiteY8" fmla="*/ 271096 h 1685133"/>
                <a:gd name="connsiteX9" fmla="*/ 1351462 w 1678956"/>
                <a:gd name="connsiteY9" fmla="*/ 173502 h 1685133"/>
                <a:gd name="connsiteX10" fmla="*/ 1285963 w 1678956"/>
                <a:gd name="connsiteY10" fmla="*/ 73738 h 1685133"/>
                <a:gd name="connsiteX11" fmla="*/ 1178981 w 1678956"/>
                <a:gd name="connsiteY11" fmla="*/ 52050 h 1685133"/>
                <a:gd name="connsiteX12" fmla="*/ 1178981 w 1678956"/>
                <a:gd name="connsiteY12" fmla="*/ 0 h 1685133"/>
                <a:gd name="connsiteX13" fmla="*/ 1678957 w 1678956"/>
                <a:gd name="connsiteY13" fmla="*/ 0 h 1685133"/>
                <a:gd name="connsiteX14" fmla="*/ 1678957 w 1678956"/>
                <a:gd name="connsiteY14" fmla="*/ 52050 h 1685133"/>
                <a:gd name="connsiteX15" fmla="*/ 1552325 w 1678956"/>
                <a:gd name="connsiteY15" fmla="*/ 110607 h 1685133"/>
                <a:gd name="connsiteX16" fmla="*/ 1440977 w 1678956"/>
                <a:gd name="connsiteY16" fmla="*/ 344834 h 1685133"/>
                <a:gd name="connsiteX17" fmla="*/ 925719 w 1678956"/>
                <a:gd name="connsiteY17" fmla="*/ 1626577 h 1685133"/>
                <a:gd name="connsiteX18" fmla="*/ 901702 w 1678956"/>
                <a:gd name="connsiteY18" fmla="*/ 1672121 h 1685133"/>
                <a:gd name="connsiteX19" fmla="*/ 877686 w 1678956"/>
                <a:gd name="connsiteY19" fmla="*/ 1685134 h 1685133"/>
                <a:gd name="connsiteX20" fmla="*/ 847120 w 1678956"/>
                <a:gd name="connsiteY20" fmla="*/ 1663446 h 1685133"/>
                <a:gd name="connsiteX21" fmla="*/ 820920 w 1678956"/>
                <a:gd name="connsiteY21" fmla="*/ 1613564 h 1685133"/>
                <a:gd name="connsiteX22" fmla="*/ 272912 w 1678956"/>
                <a:gd name="connsiteY22" fmla="*/ 310134 h 1685133"/>
                <a:gd name="connsiteX23" fmla="*/ 130998 w 1678956"/>
                <a:gd name="connsiteY23" fmla="*/ 95426 h 1685133"/>
                <a:gd name="connsiteX24" fmla="*/ 0 w 1678956"/>
                <a:gd name="connsiteY24" fmla="*/ 52050 h 1685133"/>
                <a:gd name="connsiteX25" fmla="*/ 0 w 1678956"/>
                <a:gd name="connsiteY25" fmla="*/ 0 h 1685133"/>
                <a:gd name="connsiteX26" fmla="*/ 722672 w 1678956"/>
                <a:gd name="connsiteY26" fmla="*/ 0 h 168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78956" h="1685133">
                  <a:moveTo>
                    <a:pt x="722672" y="0"/>
                  </a:moveTo>
                  <a:lnTo>
                    <a:pt x="722672" y="52050"/>
                  </a:lnTo>
                  <a:cubicBezTo>
                    <a:pt x="661540" y="58557"/>
                    <a:pt x="615690" y="69401"/>
                    <a:pt x="591674" y="80244"/>
                  </a:cubicBezTo>
                  <a:cubicBezTo>
                    <a:pt x="565474" y="93257"/>
                    <a:pt x="552375" y="119282"/>
                    <a:pt x="552375" y="158320"/>
                  </a:cubicBezTo>
                  <a:cubicBezTo>
                    <a:pt x="552375" y="177839"/>
                    <a:pt x="554558" y="195189"/>
                    <a:pt x="561108" y="212539"/>
                  </a:cubicBezTo>
                  <a:cubicBezTo>
                    <a:pt x="565474" y="229890"/>
                    <a:pt x="576391" y="255915"/>
                    <a:pt x="589491" y="288446"/>
                  </a:cubicBezTo>
                  <a:lnTo>
                    <a:pt x="967201" y="1192823"/>
                  </a:lnTo>
                  <a:lnTo>
                    <a:pt x="1288146" y="394716"/>
                  </a:lnTo>
                  <a:cubicBezTo>
                    <a:pt x="1303429" y="355678"/>
                    <a:pt x="1318712" y="314472"/>
                    <a:pt x="1331812" y="271096"/>
                  </a:cubicBezTo>
                  <a:cubicBezTo>
                    <a:pt x="1344912" y="227721"/>
                    <a:pt x="1351462" y="195189"/>
                    <a:pt x="1351462" y="173502"/>
                  </a:cubicBezTo>
                  <a:cubicBezTo>
                    <a:pt x="1351462" y="127957"/>
                    <a:pt x="1329629" y="93257"/>
                    <a:pt x="1285963" y="73738"/>
                  </a:cubicBezTo>
                  <a:cubicBezTo>
                    <a:pt x="1259763" y="62894"/>
                    <a:pt x="1222647" y="56388"/>
                    <a:pt x="1178981" y="52050"/>
                  </a:cubicBezTo>
                  <a:lnTo>
                    <a:pt x="1178981" y="0"/>
                  </a:lnTo>
                  <a:lnTo>
                    <a:pt x="1678957" y="0"/>
                  </a:lnTo>
                  <a:lnTo>
                    <a:pt x="1678957" y="52050"/>
                  </a:lnTo>
                  <a:cubicBezTo>
                    <a:pt x="1620008" y="56388"/>
                    <a:pt x="1578525" y="75907"/>
                    <a:pt x="1552325" y="110607"/>
                  </a:cubicBezTo>
                  <a:cubicBezTo>
                    <a:pt x="1526126" y="145308"/>
                    <a:pt x="1489010" y="223383"/>
                    <a:pt x="1440977" y="344834"/>
                  </a:cubicBezTo>
                  <a:lnTo>
                    <a:pt x="925719" y="1626577"/>
                  </a:lnTo>
                  <a:cubicBezTo>
                    <a:pt x="916985" y="1648265"/>
                    <a:pt x="908252" y="1663446"/>
                    <a:pt x="901702" y="1672121"/>
                  </a:cubicBezTo>
                  <a:cubicBezTo>
                    <a:pt x="895152" y="1680796"/>
                    <a:pt x="888603" y="1685134"/>
                    <a:pt x="877686" y="1685134"/>
                  </a:cubicBezTo>
                  <a:cubicBezTo>
                    <a:pt x="866770" y="1685134"/>
                    <a:pt x="855853" y="1678627"/>
                    <a:pt x="847120" y="1663446"/>
                  </a:cubicBezTo>
                  <a:cubicBezTo>
                    <a:pt x="838387" y="1650433"/>
                    <a:pt x="829654" y="1633083"/>
                    <a:pt x="820920" y="1613564"/>
                  </a:cubicBezTo>
                  <a:lnTo>
                    <a:pt x="272912" y="310134"/>
                  </a:lnTo>
                  <a:cubicBezTo>
                    <a:pt x="229246" y="203864"/>
                    <a:pt x="181214" y="132295"/>
                    <a:pt x="130998" y="95426"/>
                  </a:cubicBezTo>
                  <a:cubicBezTo>
                    <a:pt x="100432" y="73738"/>
                    <a:pt x="56766" y="58557"/>
                    <a:pt x="0" y="52050"/>
                  </a:cubicBezTo>
                  <a:lnTo>
                    <a:pt x="0" y="0"/>
                  </a:lnTo>
                  <a:lnTo>
                    <a:pt x="722672" y="0"/>
                  </a:lnTo>
                  <a:close/>
                </a:path>
              </a:pathLst>
            </a:custGeom>
            <a:grpFill/>
            <a:ln w="21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069D2820-73C1-2B46-B5C1-971B1D56C700}"/>
                </a:ext>
              </a:extLst>
            </p:cNvPr>
            <p:cNvSpPr/>
            <p:nvPr/>
          </p:nvSpPr>
          <p:spPr>
            <a:xfrm>
              <a:off x="4077262" y="2586247"/>
              <a:ext cx="1709522" cy="1680796"/>
            </a:xfrm>
            <a:custGeom>
              <a:avLst/>
              <a:gdLst>
                <a:gd name="connsiteX0" fmla="*/ 528358 w 1709522"/>
                <a:gd name="connsiteY0" fmla="*/ 0 h 1680796"/>
                <a:gd name="connsiteX1" fmla="*/ 528358 w 1709522"/>
                <a:gd name="connsiteY1" fmla="*/ 1136435 h 1680796"/>
                <a:gd name="connsiteX2" fmla="*/ 563291 w 1709522"/>
                <a:gd name="connsiteY2" fmla="*/ 1329456 h 1680796"/>
                <a:gd name="connsiteX3" fmla="*/ 810004 w 1709522"/>
                <a:gd name="connsiteY3" fmla="*/ 1463919 h 1680796"/>
                <a:gd name="connsiteX4" fmla="*/ 1050166 w 1709522"/>
                <a:gd name="connsiteY4" fmla="*/ 1383675 h 1680796"/>
                <a:gd name="connsiteX5" fmla="*/ 1185531 w 1709522"/>
                <a:gd name="connsiteY5" fmla="*/ 1262224 h 1680796"/>
                <a:gd name="connsiteX6" fmla="*/ 1185531 w 1709522"/>
                <a:gd name="connsiteY6" fmla="*/ 290615 h 1680796"/>
                <a:gd name="connsiteX7" fmla="*/ 1130949 w 1709522"/>
                <a:gd name="connsiteY7" fmla="*/ 110607 h 1680796"/>
                <a:gd name="connsiteX8" fmla="*/ 916985 w 1709522"/>
                <a:gd name="connsiteY8" fmla="*/ 58557 h 1680796"/>
                <a:gd name="connsiteX9" fmla="*/ 916985 w 1709522"/>
                <a:gd name="connsiteY9" fmla="*/ 0 h 1680796"/>
                <a:gd name="connsiteX10" fmla="*/ 1489010 w 1709522"/>
                <a:gd name="connsiteY10" fmla="*/ 0 h 1680796"/>
                <a:gd name="connsiteX11" fmla="*/ 1489010 w 1709522"/>
                <a:gd name="connsiteY11" fmla="*/ 1266561 h 1680796"/>
                <a:gd name="connsiteX12" fmla="*/ 1530492 w 1709522"/>
                <a:gd name="connsiteY12" fmla="*/ 1427050 h 1680796"/>
                <a:gd name="connsiteX13" fmla="*/ 1709523 w 1709522"/>
                <a:gd name="connsiteY13" fmla="*/ 1466088 h 1680796"/>
                <a:gd name="connsiteX14" fmla="*/ 1709523 w 1709522"/>
                <a:gd name="connsiteY14" fmla="*/ 1518138 h 1680796"/>
                <a:gd name="connsiteX15" fmla="*/ 1567609 w 1709522"/>
                <a:gd name="connsiteY15" fmla="*/ 1557176 h 1680796"/>
                <a:gd name="connsiteX16" fmla="*/ 1414778 w 1709522"/>
                <a:gd name="connsiteY16" fmla="*/ 1604889 h 1680796"/>
                <a:gd name="connsiteX17" fmla="*/ 1213914 w 1709522"/>
                <a:gd name="connsiteY17" fmla="*/ 1680796 h 1680796"/>
                <a:gd name="connsiteX18" fmla="*/ 1202997 w 1709522"/>
                <a:gd name="connsiteY18" fmla="*/ 1672121 h 1680796"/>
                <a:gd name="connsiteX19" fmla="*/ 1200814 w 1709522"/>
                <a:gd name="connsiteY19" fmla="*/ 1652602 h 1680796"/>
                <a:gd name="connsiteX20" fmla="*/ 1200814 w 1709522"/>
                <a:gd name="connsiteY20" fmla="*/ 1359818 h 1680796"/>
                <a:gd name="connsiteX21" fmla="*/ 978118 w 1709522"/>
                <a:gd name="connsiteY21" fmla="*/ 1572358 h 1680796"/>
                <a:gd name="connsiteX22" fmla="*/ 654990 w 1709522"/>
                <a:gd name="connsiteY22" fmla="*/ 1678627 h 1680796"/>
                <a:gd name="connsiteX23" fmla="*/ 360244 w 1709522"/>
                <a:gd name="connsiteY23" fmla="*/ 1568020 h 1680796"/>
                <a:gd name="connsiteX24" fmla="*/ 220513 w 1709522"/>
                <a:gd name="connsiteY24" fmla="*/ 1203667 h 1680796"/>
                <a:gd name="connsiteX25" fmla="*/ 220513 w 1709522"/>
                <a:gd name="connsiteY25" fmla="*/ 286278 h 1680796"/>
                <a:gd name="connsiteX26" fmla="*/ 161564 w 1709522"/>
                <a:gd name="connsiteY26" fmla="*/ 95426 h 1680796"/>
                <a:gd name="connsiteX27" fmla="*/ 0 w 1709522"/>
                <a:gd name="connsiteY27" fmla="*/ 54219 h 1680796"/>
                <a:gd name="connsiteX28" fmla="*/ 0 w 1709522"/>
                <a:gd name="connsiteY28" fmla="*/ 0 h 1680796"/>
                <a:gd name="connsiteX29" fmla="*/ 528358 w 1709522"/>
                <a:gd name="connsiteY29" fmla="*/ 0 h 1680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09522" h="1680796">
                  <a:moveTo>
                    <a:pt x="528358" y="0"/>
                  </a:moveTo>
                  <a:lnTo>
                    <a:pt x="528358" y="1136435"/>
                  </a:lnTo>
                  <a:cubicBezTo>
                    <a:pt x="528358" y="1216680"/>
                    <a:pt x="539275" y="1281743"/>
                    <a:pt x="563291" y="1329456"/>
                  </a:cubicBezTo>
                  <a:cubicBezTo>
                    <a:pt x="606957" y="1418375"/>
                    <a:pt x="689922" y="1463919"/>
                    <a:pt x="810004" y="1463919"/>
                  </a:cubicBezTo>
                  <a:cubicBezTo>
                    <a:pt x="890786" y="1463919"/>
                    <a:pt x="971568" y="1437894"/>
                    <a:pt x="1050166" y="1383675"/>
                  </a:cubicBezTo>
                  <a:cubicBezTo>
                    <a:pt x="1093832" y="1353312"/>
                    <a:pt x="1139682" y="1314274"/>
                    <a:pt x="1185531" y="1262224"/>
                  </a:cubicBezTo>
                  <a:lnTo>
                    <a:pt x="1185531" y="290615"/>
                  </a:lnTo>
                  <a:cubicBezTo>
                    <a:pt x="1185531" y="199527"/>
                    <a:pt x="1168065" y="138801"/>
                    <a:pt x="1130949" y="110607"/>
                  </a:cubicBezTo>
                  <a:cubicBezTo>
                    <a:pt x="1096016" y="82413"/>
                    <a:pt x="1023967" y="65063"/>
                    <a:pt x="916985" y="58557"/>
                  </a:cubicBezTo>
                  <a:lnTo>
                    <a:pt x="916985" y="0"/>
                  </a:lnTo>
                  <a:lnTo>
                    <a:pt x="1489010" y="0"/>
                  </a:lnTo>
                  <a:lnTo>
                    <a:pt x="1489010" y="1266561"/>
                  </a:lnTo>
                  <a:cubicBezTo>
                    <a:pt x="1489010" y="1344637"/>
                    <a:pt x="1502110" y="1398856"/>
                    <a:pt x="1530492" y="1427050"/>
                  </a:cubicBezTo>
                  <a:cubicBezTo>
                    <a:pt x="1558875" y="1457413"/>
                    <a:pt x="1617824" y="1470426"/>
                    <a:pt x="1709523" y="1466088"/>
                  </a:cubicBezTo>
                  <a:lnTo>
                    <a:pt x="1709523" y="1518138"/>
                  </a:lnTo>
                  <a:cubicBezTo>
                    <a:pt x="1644024" y="1535489"/>
                    <a:pt x="1598175" y="1548501"/>
                    <a:pt x="1567609" y="1557176"/>
                  </a:cubicBezTo>
                  <a:cubicBezTo>
                    <a:pt x="1537042" y="1565851"/>
                    <a:pt x="1486826" y="1581033"/>
                    <a:pt x="1414778" y="1604889"/>
                  </a:cubicBezTo>
                  <a:cubicBezTo>
                    <a:pt x="1384211" y="1615733"/>
                    <a:pt x="1316529" y="1639590"/>
                    <a:pt x="1213914" y="1680796"/>
                  </a:cubicBezTo>
                  <a:cubicBezTo>
                    <a:pt x="1207364" y="1680796"/>
                    <a:pt x="1205181" y="1678627"/>
                    <a:pt x="1202997" y="1672121"/>
                  </a:cubicBezTo>
                  <a:cubicBezTo>
                    <a:pt x="1200814" y="1665615"/>
                    <a:pt x="1200814" y="1659108"/>
                    <a:pt x="1200814" y="1652602"/>
                  </a:cubicBezTo>
                  <a:lnTo>
                    <a:pt x="1200814" y="1359818"/>
                  </a:lnTo>
                  <a:cubicBezTo>
                    <a:pt x="1120032" y="1455244"/>
                    <a:pt x="1045800" y="1526814"/>
                    <a:pt x="978118" y="1572358"/>
                  </a:cubicBezTo>
                  <a:cubicBezTo>
                    <a:pt x="875503" y="1643927"/>
                    <a:pt x="768521" y="1678627"/>
                    <a:pt x="654990" y="1678627"/>
                  </a:cubicBezTo>
                  <a:cubicBezTo>
                    <a:pt x="550191" y="1678627"/>
                    <a:pt x="451943" y="1641758"/>
                    <a:pt x="360244" y="1568020"/>
                  </a:cubicBezTo>
                  <a:cubicBezTo>
                    <a:pt x="266362" y="1496451"/>
                    <a:pt x="220513" y="1375000"/>
                    <a:pt x="220513" y="1203667"/>
                  </a:cubicBezTo>
                  <a:lnTo>
                    <a:pt x="220513" y="286278"/>
                  </a:lnTo>
                  <a:cubicBezTo>
                    <a:pt x="220513" y="190852"/>
                    <a:pt x="200863" y="127957"/>
                    <a:pt x="161564" y="95426"/>
                  </a:cubicBezTo>
                  <a:cubicBezTo>
                    <a:pt x="135364" y="75907"/>
                    <a:pt x="82965" y="60726"/>
                    <a:pt x="0" y="54219"/>
                  </a:cubicBezTo>
                  <a:lnTo>
                    <a:pt x="0" y="0"/>
                  </a:lnTo>
                  <a:lnTo>
                    <a:pt x="528358" y="0"/>
                  </a:lnTo>
                  <a:close/>
                </a:path>
              </a:pathLst>
            </a:custGeom>
            <a:grpFill/>
            <a:ln w="21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A9BC323-619E-3E4A-8B6E-1F31A045760B}"/>
                </a:ext>
              </a:extLst>
            </p:cNvPr>
            <p:cNvSpPr/>
            <p:nvPr/>
          </p:nvSpPr>
          <p:spPr>
            <a:xfrm>
              <a:off x="5965815" y="2581910"/>
              <a:ext cx="1593807" cy="1691640"/>
            </a:xfrm>
            <a:custGeom>
              <a:avLst/>
              <a:gdLst>
                <a:gd name="connsiteX0" fmla="*/ 499975 w 1593807"/>
                <a:gd name="connsiteY0" fmla="*/ 190852 h 1691640"/>
                <a:gd name="connsiteX1" fmla="*/ 323128 w 1593807"/>
                <a:gd name="connsiteY1" fmla="*/ 739550 h 1691640"/>
                <a:gd name="connsiteX2" fmla="*/ 465043 w 1593807"/>
                <a:gd name="connsiteY2" fmla="*/ 1320781 h 1691640"/>
                <a:gd name="connsiteX3" fmla="*/ 858036 w 1593807"/>
                <a:gd name="connsiteY3" fmla="*/ 1589708 h 1691640"/>
                <a:gd name="connsiteX4" fmla="*/ 1161515 w 1593807"/>
                <a:gd name="connsiteY4" fmla="*/ 1409700 h 1691640"/>
                <a:gd name="connsiteX5" fmla="*/ 1268496 w 1593807"/>
                <a:gd name="connsiteY5" fmla="*/ 939077 h 1691640"/>
                <a:gd name="connsiteX6" fmla="*/ 1133132 w 1593807"/>
                <a:gd name="connsiteY6" fmla="*/ 368691 h 1691640"/>
                <a:gd name="connsiteX7" fmla="*/ 740138 w 1593807"/>
                <a:gd name="connsiteY7" fmla="*/ 101932 h 1691640"/>
                <a:gd name="connsiteX8" fmla="*/ 499975 w 1593807"/>
                <a:gd name="connsiteY8" fmla="*/ 190852 h 1691640"/>
                <a:gd name="connsiteX9" fmla="*/ 222696 w 1593807"/>
                <a:gd name="connsiteY9" fmla="*/ 240733 h 1691640"/>
                <a:gd name="connsiteX10" fmla="*/ 792537 w 1593807"/>
                <a:gd name="connsiteY10" fmla="*/ 0 h 1691640"/>
                <a:gd name="connsiteX11" fmla="*/ 1366745 w 1593807"/>
                <a:gd name="connsiteY11" fmla="*/ 227721 h 1691640"/>
                <a:gd name="connsiteX12" fmla="*/ 1593808 w 1593807"/>
                <a:gd name="connsiteY12" fmla="*/ 832807 h 1691640"/>
                <a:gd name="connsiteX13" fmla="*/ 1373295 w 1593807"/>
                <a:gd name="connsiteY13" fmla="*/ 1435725 h 1691640"/>
                <a:gd name="connsiteX14" fmla="*/ 803454 w 1593807"/>
                <a:gd name="connsiteY14" fmla="*/ 1691640 h 1691640"/>
                <a:gd name="connsiteX15" fmla="*/ 233613 w 1593807"/>
                <a:gd name="connsiteY15" fmla="*/ 1446569 h 1691640"/>
                <a:gd name="connsiteX16" fmla="*/ 0 w 1593807"/>
                <a:gd name="connsiteY16" fmla="*/ 828470 h 1691640"/>
                <a:gd name="connsiteX17" fmla="*/ 222696 w 1593807"/>
                <a:gd name="connsiteY17" fmla="*/ 240733 h 1691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93807" h="1691640">
                  <a:moveTo>
                    <a:pt x="499975" y="190852"/>
                  </a:moveTo>
                  <a:cubicBezTo>
                    <a:pt x="382077" y="297121"/>
                    <a:pt x="323128" y="479298"/>
                    <a:pt x="323128" y="739550"/>
                  </a:cubicBezTo>
                  <a:cubicBezTo>
                    <a:pt x="323128" y="947752"/>
                    <a:pt x="371161" y="1140773"/>
                    <a:pt x="465043" y="1320781"/>
                  </a:cubicBezTo>
                  <a:cubicBezTo>
                    <a:pt x="558924" y="1500788"/>
                    <a:pt x="689922" y="1589708"/>
                    <a:pt x="858036" y="1589708"/>
                  </a:cubicBezTo>
                  <a:cubicBezTo>
                    <a:pt x="989034" y="1589708"/>
                    <a:pt x="1091649" y="1528982"/>
                    <a:pt x="1161515" y="1409700"/>
                  </a:cubicBezTo>
                  <a:cubicBezTo>
                    <a:pt x="1233564" y="1290418"/>
                    <a:pt x="1268496" y="1132098"/>
                    <a:pt x="1268496" y="939077"/>
                  </a:cubicBezTo>
                  <a:cubicBezTo>
                    <a:pt x="1268496" y="737382"/>
                    <a:pt x="1222647" y="546530"/>
                    <a:pt x="1133132" y="368691"/>
                  </a:cubicBezTo>
                  <a:cubicBezTo>
                    <a:pt x="1043617" y="190852"/>
                    <a:pt x="912619" y="101932"/>
                    <a:pt x="740138" y="101932"/>
                  </a:cubicBezTo>
                  <a:cubicBezTo>
                    <a:pt x="648440" y="101932"/>
                    <a:pt x="567658" y="132295"/>
                    <a:pt x="499975" y="190852"/>
                  </a:cubicBezTo>
                  <a:moveTo>
                    <a:pt x="222696" y="240733"/>
                  </a:moveTo>
                  <a:cubicBezTo>
                    <a:pt x="368977" y="80244"/>
                    <a:pt x="558924" y="0"/>
                    <a:pt x="792537" y="0"/>
                  </a:cubicBezTo>
                  <a:cubicBezTo>
                    <a:pt x="1023967" y="0"/>
                    <a:pt x="1216097" y="75907"/>
                    <a:pt x="1366745" y="227721"/>
                  </a:cubicBezTo>
                  <a:cubicBezTo>
                    <a:pt x="1517393" y="379535"/>
                    <a:pt x="1593808" y="579061"/>
                    <a:pt x="1593808" y="832807"/>
                  </a:cubicBezTo>
                  <a:cubicBezTo>
                    <a:pt x="1593808" y="1064866"/>
                    <a:pt x="1519576" y="1266561"/>
                    <a:pt x="1373295" y="1435725"/>
                  </a:cubicBezTo>
                  <a:cubicBezTo>
                    <a:pt x="1227014" y="1604889"/>
                    <a:pt x="1037067" y="1691640"/>
                    <a:pt x="803454" y="1691640"/>
                  </a:cubicBezTo>
                  <a:cubicBezTo>
                    <a:pt x="578574" y="1691640"/>
                    <a:pt x="388627" y="1609227"/>
                    <a:pt x="233613" y="1446569"/>
                  </a:cubicBezTo>
                  <a:cubicBezTo>
                    <a:pt x="78599" y="1281743"/>
                    <a:pt x="0" y="1075710"/>
                    <a:pt x="0" y="828470"/>
                  </a:cubicBezTo>
                  <a:cubicBezTo>
                    <a:pt x="0" y="596412"/>
                    <a:pt x="74232" y="399054"/>
                    <a:pt x="222696" y="240733"/>
                  </a:cubicBezTo>
                </a:path>
              </a:pathLst>
            </a:custGeom>
            <a:grpFill/>
            <a:ln w="21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03A7D2C2-C884-2E45-8088-01D8F593A044}"/>
                </a:ext>
              </a:extLst>
            </p:cNvPr>
            <p:cNvSpPr/>
            <p:nvPr/>
          </p:nvSpPr>
          <p:spPr>
            <a:xfrm>
              <a:off x="7736470" y="2586247"/>
              <a:ext cx="1211730" cy="1674289"/>
            </a:xfrm>
            <a:custGeom>
              <a:avLst/>
              <a:gdLst>
                <a:gd name="connsiteX0" fmla="*/ 0 w 1211730"/>
                <a:gd name="connsiteY0" fmla="*/ 1620071 h 1674289"/>
                <a:gd name="connsiteX1" fmla="*/ 218330 w 1211730"/>
                <a:gd name="connsiteY1" fmla="*/ 1561514 h 1674289"/>
                <a:gd name="connsiteX2" fmla="*/ 272912 w 1211730"/>
                <a:gd name="connsiteY2" fmla="*/ 1375000 h 1674289"/>
                <a:gd name="connsiteX3" fmla="*/ 272912 w 1211730"/>
                <a:gd name="connsiteY3" fmla="*/ 568218 h 1674289"/>
                <a:gd name="connsiteX4" fmla="*/ 240163 w 1211730"/>
                <a:gd name="connsiteY4" fmla="*/ 316640 h 1674289"/>
                <a:gd name="connsiteX5" fmla="*/ 117898 w 1211730"/>
                <a:gd name="connsiteY5" fmla="*/ 240733 h 1674289"/>
                <a:gd name="connsiteX6" fmla="*/ 69866 w 1211730"/>
                <a:gd name="connsiteY6" fmla="*/ 245071 h 1674289"/>
                <a:gd name="connsiteX7" fmla="*/ 6550 w 1211730"/>
                <a:gd name="connsiteY7" fmla="*/ 255915 h 1674289"/>
                <a:gd name="connsiteX8" fmla="*/ 6550 w 1211730"/>
                <a:gd name="connsiteY8" fmla="*/ 199527 h 1674289"/>
                <a:gd name="connsiteX9" fmla="*/ 218330 w 1211730"/>
                <a:gd name="connsiteY9" fmla="*/ 127957 h 1674289"/>
                <a:gd name="connsiteX10" fmla="*/ 368977 w 1211730"/>
                <a:gd name="connsiteY10" fmla="*/ 75907 h 1674289"/>
                <a:gd name="connsiteX11" fmla="*/ 554558 w 1211730"/>
                <a:gd name="connsiteY11" fmla="*/ 0 h 1674289"/>
                <a:gd name="connsiteX12" fmla="*/ 569841 w 1211730"/>
                <a:gd name="connsiteY12" fmla="*/ 8675 h 1674289"/>
                <a:gd name="connsiteX13" fmla="*/ 572025 w 1211730"/>
                <a:gd name="connsiteY13" fmla="*/ 49882 h 1674289"/>
                <a:gd name="connsiteX14" fmla="*/ 572025 w 1211730"/>
                <a:gd name="connsiteY14" fmla="*/ 344834 h 1674289"/>
                <a:gd name="connsiteX15" fmla="*/ 790354 w 1211730"/>
                <a:gd name="connsiteY15" fmla="*/ 95426 h 1674289"/>
                <a:gd name="connsiteX16" fmla="*/ 1008684 w 1211730"/>
                <a:gd name="connsiteY16" fmla="*/ 6506 h 1674289"/>
                <a:gd name="connsiteX17" fmla="*/ 1154965 w 1211730"/>
                <a:gd name="connsiteY17" fmla="*/ 60726 h 1674289"/>
                <a:gd name="connsiteX18" fmla="*/ 1211731 w 1211730"/>
                <a:gd name="connsiteY18" fmla="*/ 199527 h 1674289"/>
                <a:gd name="connsiteX19" fmla="*/ 1168065 w 1211730"/>
                <a:gd name="connsiteY19" fmla="*/ 323147 h 1674289"/>
                <a:gd name="connsiteX20" fmla="*/ 1061083 w 1211730"/>
                <a:gd name="connsiteY20" fmla="*/ 373028 h 1674289"/>
                <a:gd name="connsiteX21" fmla="*/ 927902 w 1211730"/>
                <a:gd name="connsiteY21" fmla="*/ 310134 h 1674289"/>
                <a:gd name="connsiteX22" fmla="*/ 823104 w 1211730"/>
                <a:gd name="connsiteY22" fmla="*/ 247240 h 1674289"/>
                <a:gd name="connsiteX23" fmla="*/ 672456 w 1211730"/>
                <a:gd name="connsiteY23" fmla="*/ 347003 h 1674289"/>
                <a:gd name="connsiteX24" fmla="*/ 582941 w 1211730"/>
                <a:gd name="connsiteY24" fmla="*/ 553036 h 1674289"/>
                <a:gd name="connsiteX25" fmla="*/ 582941 w 1211730"/>
                <a:gd name="connsiteY25" fmla="*/ 1351143 h 1674289"/>
                <a:gd name="connsiteX26" fmla="*/ 654990 w 1211730"/>
                <a:gd name="connsiteY26" fmla="*/ 1561514 h 1674289"/>
                <a:gd name="connsiteX27" fmla="*/ 895152 w 1211730"/>
                <a:gd name="connsiteY27" fmla="*/ 1615733 h 1674289"/>
                <a:gd name="connsiteX28" fmla="*/ 895152 w 1211730"/>
                <a:gd name="connsiteY28" fmla="*/ 1674290 h 1674289"/>
                <a:gd name="connsiteX29" fmla="*/ 4367 w 1211730"/>
                <a:gd name="connsiteY29" fmla="*/ 1674290 h 1674289"/>
                <a:gd name="connsiteX30" fmla="*/ 4367 w 1211730"/>
                <a:gd name="connsiteY30" fmla="*/ 1620071 h 1674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11730" h="1674289">
                  <a:moveTo>
                    <a:pt x="0" y="1620071"/>
                  </a:moveTo>
                  <a:cubicBezTo>
                    <a:pt x="109165" y="1611396"/>
                    <a:pt x="183397" y="1591877"/>
                    <a:pt x="218330" y="1561514"/>
                  </a:cubicBezTo>
                  <a:cubicBezTo>
                    <a:pt x="255446" y="1533320"/>
                    <a:pt x="272912" y="1470426"/>
                    <a:pt x="272912" y="1375000"/>
                  </a:cubicBezTo>
                  <a:lnTo>
                    <a:pt x="272912" y="568218"/>
                  </a:lnTo>
                  <a:cubicBezTo>
                    <a:pt x="272912" y="451104"/>
                    <a:pt x="261996" y="368691"/>
                    <a:pt x="240163" y="316640"/>
                  </a:cubicBezTo>
                  <a:cubicBezTo>
                    <a:pt x="218330" y="266759"/>
                    <a:pt x="176847" y="240733"/>
                    <a:pt x="117898" y="240733"/>
                  </a:cubicBezTo>
                  <a:cubicBezTo>
                    <a:pt x="104798" y="240733"/>
                    <a:pt x="89515" y="242902"/>
                    <a:pt x="69866" y="245071"/>
                  </a:cubicBezTo>
                  <a:cubicBezTo>
                    <a:pt x="50216" y="247240"/>
                    <a:pt x="28383" y="251577"/>
                    <a:pt x="6550" y="255915"/>
                  </a:cubicBezTo>
                  <a:lnTo>
                    <a:pt x="6550" y="199527"/>
                  </a:lnTo>
                  <a:cubicBezTo>
                    <a:pt x="74232" y="175670"/>
                    <a:pt x="146281" y="151814"/>
                    <a:pt x="218330" y="127957"/>
                  </a:cubicBezTo>
                  <a:cubicBezTo>
                    <a:pt x="290379" y="101932"/>
                    <a:pt x="340595" y="84582"/>
                    <a:pt x="368977" y="75907"/>
                  </a:cubicBezTo>
                  <a:cubicBezTo>
                    <a:pt x="427927" y="54219"/>
                    <a:pt x="491242" y="28194"/>
                    <a:pt x="554558" y="0"/>
                  </a:cubicBezTo>
                  <a:cubicBezTo>
                    <a:pt x="563291" y="0"/>
                    <a:pt x="567658" y="2169"/>
                    <a:pt x="569841" y="8675"/>
                  </a:cubicBezTo>
                  <a:cubicBezTo>
                    <a:pt x="572025" y="15181"/>
                    <a:pt x="572025" y="28194"/>
                    <a:pt x="572025" y="49882"/>
                  </a:cubicBezTo>
                  <a:lnTo>
                    <a:pt x="572025" y="344834"/>
                  </a:lnTo>
                  <a:cubicBezTo>
                    <a:pt x="646257" y="238565"/>
                    <a:pt x="720489" y="156151"/>
                    <a:pt x="790354" y="95426"/>
                  </a:cubicBezTo>
                  <a:cubicBezTo>
                    <a:pt x="860220" y="36869"/>
                    <a:pt x="932269" y="6506"/>
                    <a:pt x="1008684" y="6506"/>
                  </a:cubicBezTo>
                  <a:cubicBezTo>
                    <a:pt x="1067633" y="6506"/>
                    <a:pt x="1117849" y="23856"/>
                    <a:pt x="1154965" y="60726"/>
                  </a:cubicBezTo>
                  <a:cubicBezTo>
                    <a:pt x="1192081" y="97595"/>
                    <a:pt x="1211731" y="143139"/>
                    <a:pt x="1211731" y="199527"/>
                  </a:cubicBezTo>
                  <a:cubicBezTo>
                    <a:pt x="1211731" y="249408"/>
                    <a:pt x="1196448" y="290615"/>
                    <a:pt x="1168065" y="323147"/>
                  </a:cubicBezTo>
                  <a:cubicBezTo>
                    <a:pt x="1139682" y="355678"/>
                    <a:pt x="1102566" y="373028"/>
                    <a:pt x="1061083" y="373028"/>
                  </a:cubicBezTo>
                  <a:cubicBezTo>
                    <a:pt x="1017417" y="373028"/>
                    <a:pt x="971568" y="351341"/>
                    <a:pt x="927902" y="310134"/>
                  </a:cubicBezTo>
                  <a:cubicBezTo>
                    <a:pt x="882053" y="268927"/>
                    <a:pt x="847120" y="247240"/>
                    <a:pt x="823104" y="247240"/>
                  </a:cubicBezTo>
                  <a:cubicBezTo>
                    <a:pt x="781621" y="247240"/>
                    <a:pt x="731405" y="281940"/>
                    <a:pt x="672456" y="347003"/>
                  </a:cubicBezTo>
                  <a:cubicBezTo>
                    <a:pt x="613507" y="414235"/>
                    <a:pt x="582941" y="483636"/>
                    <a:pt x="582941" y="553036"/>
                  </a:cubicBezTo>
                  <a:lnTo>
                    <a:pt x="582941" y="1351143"/>
                  </a:lnTo>
                  <a:cubicBezTo>
                    <a:pt x="582941" y="1450907"/>
                    <a:pt x="606957" y="1522476"/>
                    <a:pt x="654990" y="1561514"/>
                  </a:cubicBezTo>
                  <a:cubicBezTo>
                    <a:pt x="703022" y="1600552"/>
                    <a:pt x="783804" y="1620071"/>
                    <a:pt x="895152" y="1615733"/>
                  </a:cubicBezTo>
                  <a:lnTo>
                    <a:pt x="895152" y="1674290"/>
                  </a:lnTo>
                  <a:lnTo>
                    <a:pt x="4367" y="1674290"/>
                  </a:lnTo>
                  <a:lnTo>
                    <a:pt x="4367" y="1620071"/>
                  </a:lnTo>
                  <a:close/>
                </a:path>
              </a:pathLst>
            </a:custGeom>
            <a:grpFill/>
            <a:ln w="21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8E7F7747-9339-5D41-BDD7-5CC265B7DC91}"/>
                </a:ext>
              </a:extLst>
            </p:cNvPr>
            <p:cNvSpPr/>
            <p:nvPr/>
          </p:nvSpPr>
          <p:spPr>
            <a:xfrm>
              <a:off x="9039900" y="2592186"/>
              <a:ext cx="871135" cy="1670519"/>
            </a:xfrm>
            <a:custGeom>
              <a:avLst/>
              <a:gdLst>
                <a:gd name="connsiteX0" fmla="*/ 585124 w 871135"/>
                <a:gd name="connsiteY0" fmla="*/ 567 h 1670519"/>
                <a:gd name="connsiteX1" fmla="*/ 598224 w 871135"/>
                <a:gd name="connsiteY1" fmla="*/ 26592 h 1670519"/>
                <a:gd name="connsiteX2" fmla="*/ 598224 w 871135"/>
                <a:gd name="connsiteY2" fmla="*/ 1301829 h 1670519"/>
                <a:gd name="connsiteX3" fmla="*/ 648439 w 871135"/>
                <a:gd name="connsiteY3" fmla="*/ 1553406 h 1670519"/>
                <a:gd name="connsiteX4" fmla="*/ 871136 w 871135"/>
                <a:gd name="connsiteY4" fmla="*/ 1618469 h 1670519"/>
                <a:gd name="connsiteX5" fmla="*/ 871136 w 871135"/>
                <a:gd name="connsiteY5" fmla="*/ 1670520 h 1670519"/>
                <a:gd name="connsiteX6" fmla="*/ 0 w 871135"/>
                <a:gd name="connsiteY6" fmla="*/ 1670520 h 1670519"/>
                <a:gd name="connsiteX7" fmla="*/ 0 w 871135"/>
                <a:gd name="connsiteY7" fmla="*/ 1618469 h 1670519"/>
                <a:gd name="connsiteX8" fmla="*/ 242346 w 871135"/>
                <a:gd name="connsiteY8" fmla="*/ 1555575 h 1670519"/>
                <a:gd name="connsiteX9" fmla="*/ 292562 w 871135"/>
                <a:gd name="connsiteY9" fmla="*/ 1303998 h 1670519"/>
                <a:gd name="connsiteX10" fmla="*/ 292562 w 871135"/>
                <a:gd name="connsiteY10" fmla="*/ 445165 h 1670519"/>
                <a:gd name="connsiteX11" fmla="*/ 277279 w 871135"/>
                <a:gd name="connsiteY11" fmla="*/ 286845 h 1670519"/>
                <a:gd name="connsiteX12" fmla="*/ 165931 w 871135"/>
                <a:gd name="connsiteY12" fmla="*/ 213107 h 1670519"/>
                <a:gd name="connsiteX13" fmla="*/ 128814 w 871135"/>
                <a:gd name="connsiteY13" fmla="*/ 217444 h 1670519"/>
                <a:gd name="connsiteX14" fmla="*/ 21833 w 871135"/>
                <a:gd name="connsiteY14" fmla="*/ 245638 h 1670519"/>
                <a:gd name="connsiteX15" fmla="*/ 21833 w 871135"/>
                <a:gd name="connsiteY15" fmla="*/ 176238 h 1670519"/>
                <a:gd name="connsiteX16" fmla="*/ 585124 w 871135"/>
                <a:gd name="connsiteY16" fmla="*/ 567 h 167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71135" h="1670519">
                  <a:moveTo>
                    <a:pt x="585124" y="567"/>
                  </a:moveTo>
                  <a:cubicBezTo>
                    <a:pt x="600407" y="-3770"/>
                    <a:pt x="598224" y="17917"/>
                    <a:pt x="598224" y="26592"/>
                  </a:cubicBezTo>
                  <a:lnTo>
                    <a:pt x="598224" y="1301829"/>
                  </a:lnTo>
                  <a:cubicBezTo>
                    <a:pt x="598224" y="1436292"/>
                    <a:pt x="613507" y="1520874"/>
                    <a:pt x="648439" y="1553406"/>
                  </a:cubicBezTo>
                  <a:cubicBezTo>
                    <a:pt x="681189" y="1588106"/>
                    <a:pt x="755421" y="1609794"/>
                    <a:pt x="871136" y="1618469"/>
                  </a:cubicBezTo>
                  <a:lnTo>
                    <a:pt x="871136" y="1670520"/>
                  </a:lnTo>
                  <a:lnTo>
                    <a:pt x="0" y="1670520"/>
                  </a:lnTo>
                  <a:lnTo>
                    <a:pt x="0" y="1618469"/>
                  </a:lnTo>
                  <a:cubicBezTo>
                    <a:pt x="128814" y="1607625"/>
                    <a:pt x="209597" y="1585938"/>
                    <a:pt x="242346" y="1555575"/>
                  </a:cubicBezTo>
                  <a:cubicBezTo>
                    <a:pt x="275096" y="1525212"/>
                    <a:pt x="292562" y="1440630"/>
                    <a:pt x="292562" y="1303998"/>
                  </a:cubicBezTo>
                  <a:lnTo>
                    <a:pt x="292562" y="445165"/>
                  </a:lnTo>
                  <a:cubicBezTo>
                    <a:pt x="292562" y="369258"/>
                    <a:pt x="288195" y="315039"/>
                    <a:pt x="277279" y="286845"/>
                  </a:cubicBezTo>
                  <a:cubicBezTo>
                    <a:pt x="259812" y="239132"/>
                    <a:pt x="222696" y="213107"/>
                    <a:pt x="165931" y="213107"/>
                  </a:cubicBezTo>
                  <a:cubicBezTo>
                    <a:pt x="152831" y="213107"/>
                    <a:pt x="139731" y="215275"/>
                    <a:pt x="128814" y="217444"/>
                  </a:cubicBezTo>
                  <a:cubicBezTo>
                    <a:pt x="115715" y="219613"/>
                    <a:pt x="80782" y="230457"/>
                    <a:pt x="21833" y="245638"/>
                  </a:cubicBezTo>
                  <a:lnTo>
                    <a:pt x="21833" y="176238"/>
                  </a:lnTo>
                  <a:cubicBezTo>
                    <a:pt x="19650" y="176238"/>
                    <a:pt x="275096" y="95993"/>
                    <a:pt x="585124" y="567"/>
                  </a:cubicBezTo>
                </a:path>
              </a:pathLst>
            </a:custGeom>
            <a:grpFill/>
            <a:ln w="21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85388846-D695-524A-972E-0BC5A87763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87851" y="3773017"/>
            <a:ext cx="5472714" cy="560387"/>
          </a:xfrm>
          <a:ln>
            <a:noFill/>
          </a:ln>
        </p:spPr>
        <p:txBody>
          <a:bodyPr>
            <a:normAutofit/>
          </a:bodyPr>
          <a:lstStyle>
            <a:lvl1pPr algn="ctr">
              <a:defRPr sz="18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 title or Presenter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1D06DC67-79B1-9C46-8E70-34EF6D2DD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436" y="2902226"/>
            <a:ext cx="10704442" cy="891185"/>
          </a:xfrm>
        </p:spPr>
        <p:txBody>
          <a:bodyPr/>
          <a:lstStyle>
            <a:lvl1pPr algn="ctr">
              <a:defRPr sz="6000" b="0" i="0">
                <a:solidFill>
                  <a:schemeClr val="tx1">
                    <a:lumMod val="75000"/>
                    <a:lumOff val="25000"/>
                  </a:schemeClr>
                </a:solidFill>
                <a:latin typeface="AktivGrotesk-Medium" panose="020B0504020202020204" pitchFamily="34" charset="0"/>
                <a:ea typeface="AktivGrotesk-Medium" panose="020B0504020202020204" pitchFamily="34" charset="0"/>
                <a:cs typeface="AktivGrotesk-Medium" panose="020B05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663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D3E4392-C635-A520-C978-A39CE9D3FF7E}"/>
              </a:ext>
            </a:extLst>
          </p:cNvPr>
          <p:cNvSpPr txBox="1">
            <a:spLocks/>
          </p:cNvSpPr>
          <p:nvPr userDrawn="1"/>
        </p:nvSpPr>
        <p:spPr>
          <a:xfrm>
            <a:off x="5001008" y="356870"/>
            <a:ext cx="3933307" cy="7467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spc="-150">
                <a:solidFill>
                  <a:schemeClr val="tx2"/>
                </a:solidFill>
                <a:latin typeface="AktivGrotesk-Regular" panose="020B0504020202020204"/>
                <a:ea typeface="AktivGrotesk-Regular" panose="020B0504020202020204"/>
                <a:cs typeface="AktivGrotesk-Regular" panose="020B0504020202020204"/>
              </a:defRPr>
            </a:lvl1pPr>
          </a:lstStyle>
          <a:p>
            <a:r>
              <a:rPr lang="en-US" sz="3600">
                <a:solidFill>
                  <a:schemeClr val="tx1">
                    <a:lumMod val="75000"/>
                    <a:lumOff val="25000"/>
                  </a:schemeClr>
                </a:solidFill>
              </a:rPr>
              <a:t>Agenda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53843D-982F-48E3-263C-D54050DEFB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520F97-0054-A24C-7D20-12D31D1FF4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29653" y="1307090"/>
            <a:ext cx="903287" cy="420688"/>
          </a:xfrm>
        </p:spPr>
        <p:txBody>
          <a:bodyPr anchor="ctr">
            <a:no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00:00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B38ECDA-ED20-FC8D-18E7-DF645AED4D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29653" y="1911435"/>
            <a:ext cx="903287" cy="420688"/>
          </a:xfrm>
        </p:spPr>
        <p:txBody>
          <a:bodyPr anchor="ctr">
            <a:no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00:00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D9F33DA-4DF5-C4F7-F8EE-EE188B504E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29653" y="2515780"/>
            <a:ext cx="903287" cy="420688"/>
          </a:xfrm>
        </p:spPr>
        <p:txBody>
          <a:bodyPr anchor="ctr">
            <a:no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00:00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65D10E0-1F2B-CF14-A322-B0BD2F938F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40163" y="3136219"/>
            <a:ext cx="903287" cy="420688"/>
          </a:xfrm>
        </p:spPr>
        <p:txBody>
          <a:bodyPr anchor="ctr">
            <a:no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00:00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87689EA-66DE-DD36-1DB8-EA3BAFD668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29653" y="3782035"/>
            <a:ext cx="903287" cy="420688"/>
          </a:xfrm>
        </p:spPr>
        <p:txBody>
          <a:bodyPr anchor="ctr">
            <a:no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00:00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C7146C6-8F4E-329F-E2E0-E83D4001F4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29653" y="4386380"/>
            <a:ext cx="903287" cy="420688"/>
          </a:xfrm>
        </p:spPr>
        <p:txBody>
          <a:bodyPr anchor="ctr">
            <a:no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00:00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4129545-AD6E-E270-29C2-5DC334491E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29653" y="4990725"/>
            <a:ext cx="903287" cy="420688"/>
          </a:xfrm>
        </p:spPr>
        <p:txBody>
          <a:bodyPr anchor="ctr">
            <a:no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00:00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0ABB55E-961C-D72A-8498-8410A8B905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40163" y="5611164"/>
            <a:ext cx="903287" cy="420688"/>
          </a:xfrm>
        </p:spPr>
        <p:txBody>
          <a:bodyPr anchor="ctr">
            <a:no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00:00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97306E0-A9CD-57D8-D8F1-A1B7DA0901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49378" y="1297182"/>
            <a:ext cx="5343534" cy="420688"/>
          </a:xfrm>
        </p:spPr>
        <p:txBody>
          <a:bodyPr anchor="ctr">
            <a:no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Topic 1 &amp; Presenter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C5AE08E-B713-2DFC-8F1C-D816CC33C2E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9378" y="1911435"/>
            <a:ext cx="5343534" cy="420688"/>
          </a:xfrm>
        </p:spPr>
        <p:txBody>
          <a:bodyPr anchor="ctr">
            <a:no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Topic 2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8FF6286D-1C6E-C0E1-211E-7FD8E1952D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9378" y="2521966"/>
            <a:ext cx="5343534" cy="420688"/>
          </a:xfrm>
        </p:spPr>
        <p:txBody>
          <a:bodyPr anchor="ctr">
            <a:no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Topic 3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B773AF6C-0ADF-9A07-348B-EA9EF31543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9378" y="3136219"/>
            <a:ext cx="5343534" cy="420688"/>
          </a:xfrm>
        </p:spPr>
        <p:txBody>
          <a:bodyPr anchor="ctr">
            <a:no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Topic 4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A664622F-43E7-38BE-E082-FC286CBB102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49378" y="3772127"/>
            <a:ext cx="5343534" cy="420688"/>
          </a:xfrm>
        </p:spPr>
        <p:txBody>
          <a:bodyPr anchor="ctr">
            <a:no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Topic 5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080A81E1-1634-A88A-6ACB-726CF5551C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49378" y="4386380"/>
            <a:ext cx="5343534" cy="420688"/>
          </a:xfrm>
        </p:spPr>
        <p:txBody>
          <a:bodyPr anchor="ctr">
            <a:no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Topic 6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1A2866F7-603E-2E6D-21F2-2C2956330D5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9378" y="4996911"/>
            <a:ext cx="5343534" cy="420688"/>
          </a:xfrm>
        </p:spPr>
        <p:txBody>
          <a:bodyPr anchor="ctr">
            <a:no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Topic 7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75900222-9108-742E-3414-D969C8F7FB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49378" y="5611164"/>
            <a:ext cx="5343534" cy="420688"/>
          </a:xfrm>
        </p:spPr>
        <p:txBody>
          <a:bodyPr anchor="ctr">
            <a:no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Topic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265338-3308-1B7B-83B3-9EF3CA63297C}"/>
              </a:ext>
            </a:extLst>
          </p:cNvPr>
          <p:cNvSpPr txBox="1"/>
          <p:nvPr userDrawn="1"/>
        </p:nvSpPr>
        <p:spPr>
          <a:xfrm>
            <a:off x="5192713" y="6507223"/>
            <a:ext cx="1219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tx2"/>
                </a:solidFill>
              </a:rPr>
              <a:t>confidential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6D7C9E9-AE7A-7D41-B085-BCCCC6156E0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4664075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013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EACC1AE-BD72-8247-A7D4-9A330B4DB8F3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>
              <a:solidFill>
                <a:schemeClr val="bg1">
                  <a:lumMod val="50000"/>
                </a:schemeClr>
              </a:solidFill>
              <a:latin typeface="AktivGrotesk-Light" panose="020B0404020202020204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5585821-F68F-0B49-9AB5-97B0987BC0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27308" y="873125"/>
            <a:ext cx="4033383" cy="511175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FADB812-3AF5-1D4C-A934-141B934AF97D}"/>
              </a:ext>
            </a:extLst>
          </p:cNvPr>
          <p:cNvSpPr txBox="1">
            <a:spLocks/>
          </p:cNvSpPr>
          <p:nvPr userDrawn="1"/>
        </p:nvSpPr>
        <p:spPr>
          <a:xfrm>
            <a:off x="295040" y="2750516"/>
            <a:ext cx="5472714" cy="67848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spc="-150">
                <a:solidFill>
                  <a:schemeClr val="tx1"/>
                </a:solidFill>
                <a:latin typeface="AktivGrotesk-Regular" panose="020B0504020202020204"/>
                <a:ea typeface="AktivGrotesk-Regular" panose="020B0504020202020204"/>
                <a:cs typeface="AktivGrotesk-Regular" panose="020B0504020202020204"/>
              </a:defRPr>
            </a:lvl1pPr>
          </a:lstStyle>
          <a:p>
            <a:endParaRPr lang="en-US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E7B2E56A-A4F7-9A43-9348-BFE894228B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5040" y="3648456"/>
            <a:ext cx="5472714" cy="560387"/>
          </a:xfrm>
          <a:ln>
            <a:noFill/>
          </a:ln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Sub title or Presenter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A07E04D-AA96-C949-812E-5D8C5DFC34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040" y="2409585"/>
            <a:ext cx="5472713" cy="1220559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653730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0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12F104-8E28-D460-AFA3-726E192C407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>
              <a:solidFill>
                <a:schemeClr val="bg1">
                  <a:lumMod val="50000"/>
                </a:schemeClr>
              </a:solidFill>
              <a:latin typeface="AktivGrotesk-Light" panose="020B0404020202020204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125029F-59F0-34D8-1349-E071FBF0D8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840" y="2615878"/>
            <a:ext cx="5589950" cy="813122"/>
          </a:xfrm>
        </p:spPr>
        <p:txBody>
          <a:bodyPr/>
          <a:lstStyle>
            <a:lvl1pPr>
              <a:defRPr sz="6000" b="0" i="0">
                <a:solidFill>
                  <a:schemeClr val="bg2">
                    <a:lumMod val="25000"/>
                  </a:schemeClr>
                </a:solidFill>
                <a:latin typeface="AktivGrotesk-Medium" panose="020B0504020202020204" pitchFamily="34" charset="0"/>
                <a:ea typeface="AktivGrotesk-Medium" panose="020B0504020202020204" pitchFamily="34" charset="0"/>
                <a:cs typeface="AktivGrotesk-Medium" panose="020B0504020202020204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2A834064-A5D5-F566-BDD3-C27F0E1F81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6840" y="3436206"/>
            <a:ext cx="5566241" cy="560387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Subtitle or Presenter</a:t>
            </a:r>
          </a:p>
        </p:txBody>
      </p:sp>
    </p:spTree>
    <p:extLst>
      <p:ext uri="{BB962C8B-B14F-4D97-AF65-F5344CB8AC3E}">
        <p14:creationId xmlns:p14="http://schemas.microsoft.com/office/powerpoint/2010/main" val="21596496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/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EACC1AE-BD72-8247-A7D4-9A330B4DB8F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err="1">
              <a:solidFill>
                <a:schemeClr val="bg1">
                  <a:lumMod val="50000"/>
                </a:schemeClr>
              </a:solidFill>
              <a:latin typeface="AktivGrotesk-Light" panose="020B0404020202020204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5585821-F68F-0B49-9AB5-97B0987BC0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85232" y="873125"/>
            <a:ext cx="6906768" cy="511175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FADB812-3AF5-1D4C-A934-141B934AF97D}"/>
              </a:ext>
            </a:extLst>
          </p:cNvPr>
          <p:cNvSpPr txBox="1">
            <a:spLocks/>
          </p:cNvSpPr>
          <p:nvPr userDrawn="1"/>
        </p:nvSpPr>
        <p:spPr>
          <a:xfrm>
            <a:off x="295040" y="2750516"/>
            <a:ext cx="5472714" cy="67848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spc="-150">
                <a:solidFill>
                  <a:schemeClr val="tx1"/>
                </a:solidFill>
                <a:latin typeface="AktivGrotesk-Regular" panose="020B0504020202020204"/>
                <a:ea typeface="AktivGrotesk-Regular" panose="020B0504020202020204"/>
                <a:cs typeface="AktivGrotesk-Regular" panose="020B0504020202020204"/>
              </a:defRPr>
            </a:lvl1pPr>
          </a:lstStyle>
          <a:p>
            <a:endParaRPr lang="en-US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E7B2E56A-A4F7-9A43-9348-BFE894228B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5040" y="4361688"/>
            <a:ext cx="4459840" cy="560387"/>
          </a:xfrm>
          <a:ln>
            <a:noFill/>
          </a:ln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A07E04D-AA96-C949-812E-5D8C5DFC34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041" y="1879233"/>
            <a:ext cx="4459840" cy="2482455"/>
          </a:xfrm>
        </p:spPr>
        <p:txBody>
          <a:bodyPr/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Insert quote</a:t>
            </a:r>
          </a:p>
        </p:txBody>
      </p:sp>
    </p:spTree>
    <p:extLst>
      <p:ext uri="{BB962C8B-B14F-4D97-AF65-F5344CB8AC3E}">
        <p14:creationId xmlns:p14="http://schemas.microsoft.com/office/powerpoint/2010/main" val="1780534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20AF7-F2DA-804F-919B-E4C0D43975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1F5E8C-B0FD-2A47-BB98-22F678505C5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33904" y="1124607"/>
            <a:ext cx="11318240" cy="480883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600"/>
            </a:lvl1pPr>
            <a:lvl2pPr marL="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tabLst>
                <a:tab pos="228600" algn="l"/>
              </a:tabLst>
              <a:defRPr sz="1600"/>
            </a:lvl2pPr>
            <a:lvl3pPr marL="457200" indent="-223838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600"/>
            </a:lvl3pPr>
            <a:lvl4pPr marL="6858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lvl4pPr>
            <a:lvl5pPr marL="9144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600"/>
            </a:lvl5pPr>
          </a:lstStyle>
          <a:p>
            <a:pPr lvl="0"/>
            <a:r>
              <a:rPr lang="en-US"/>
              <a:t>Add your text, table, chart, or other content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11D3B3-EC91-3997-D267-0491CA0E4DA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90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20AF7-F2DA-804F-919B-E4C0D43975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1F5E8C-B0FD-2A47-BB98-22F678505C5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33904" y="1408386"/>
            <a:ext cx="11318240" cy="45250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600"/>
            </a:lvl1pPr>
            <a:lvl2pPr marL="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tabLst>
                <a:tab pos="228600" algn="l"/>
              </a:tabLst>
              <a:defRPr sz="1600"/>
            </a:lvl2pPr>
            <a:lvl3pPr marL="457200" indent="-223838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600"/>
            </a:lvl3pPr>
            <a:lvl4pPr marL="6858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lvl4pPr>
            <a:lvl5pPr marL="9144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600"/>
            </a:lvl5pPr>
          </a:lstStyle>
          <a:p>
            <a:pPr lvl="0"/>
            <a:r>
              <a:rPr lang="en-US"/>
              <a:t>Add your text, table, chart, or other content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3FAB8E1-7D5C-0B71-6E00-6769721B66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3903" y="952183"/>
            <a:ext cx="11318239" cy="269851"/>
          </a:xfrm>
        </p:spPr>
        <p:txBody>
          <a:bodyPr anchor="ctr">
            <a:normAutofit/>
          </a:bodyPr>
          <a:lstStyle>
            <a:lvl1pPr marL="0" indent="0">
              <a:buNone/>
              <a:defRPr sz="2400" b="0" i="0">
                <a:latin typeface="AktivGrotesk-Light" panose="020B0404020202020204" pitchFamily="34" charset="0"/>
                <a:ea typeface="AktivGrotesk-Light" panose="020B0404020202020204" pitchFamily="34" charset="0"/>
                <a:cs typeface="AktivGrotesk-Light" panose="020B0404020202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6C8DAAD-B70A-BA24-247B-B1766C55119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011919" y="6458925"/>
            <a:ext cx="2743200" cy="365125"/>
          </a:xfrm>
        </p:spPr>
        <p:txBody>
          <a:bodyPr/>
          <a:lstStyle/>
          <a:p>
            <a:fld id="{D473DE9E-34EC-43A9-8A5F-8FF859B16AB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92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20AF7-F2DA-804F-919B-E4C0D43975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1F5E8C-B0FD-2A47-BB98-22F678505C5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21269" y="1124607"/>
            <a:ext cx="8430875" cy="480883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600"/>
            </a:lvl1pPr>
            <a:lvl2pPr marL="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tabLst>
                <a:tab pos="228600" algn="l"/>
              </a:tabLst>
              <a:defRPr sz="1600"/>
            </a:lvl2pPr>
            <a:lvl3pPr marL="457200" indent="-223838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600"/>
            </a:lvl3pPr>
            <a:lvl4pPr marL="6858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lvl4pPr>
            <a:lvl5pPr marL="9144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600"/>
            </a:lvl5pPr>
          </a:lstStyle>
          <a:p>
            <a:pPr lvl="0"/>
            <a:r>
              <a:rPr lang="en-US"/>
              <a:t>Add your text, table, chart, or other content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11D3B3-EC91-3997-D267-0491CA0E4DA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F577EB8-EB70-F7CD-4877-DD044AB9C8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6563" y="1123950"/>
            <a:ext cx="2737561" cy="4810125"/>
          </a:xfr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pPr lvl="0"/>
            <a:r>
              <a:rPr lang="en-US"/>
              <a:t>Add caption</a:t>
            </a:r>
          </a:p>
        </p:txBody>
      </p:sp>
    </p:spTree>
    <p:extLst>
      <p:ext uri="{BB962C8B-B14F-4D97-AF65-F5344CB8AC3E}">
        <p14:creationId xmlns:p14="http://schemas.microsoft.com/office/powerpoint/2010/main" val="547295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_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20AF7-F2DA-804F-919B-E4C0D43975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880" y="252932"/>
            <a:ext cx="6752196" cy="6784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1F5E8C-B0FD-2A47-BB98-22F678505C5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33904" y="1124608"/>
            <a:ext cx="6752196" cy="480883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600"/>
            </a:lvl1pPr>
            <a:lvl2pPr marL="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tabLst>
                <a:tab pos="228600" algn="l"/>
              </a:tabLst>
              <a:defRPr sz="1600"/>
            </a:lvl2pPr>
            <a:lvl3pPr marL="457200" indent="-223838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600"/>
            </a:lvl3pPr>
            <a:lvl4pPr marL="6858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lvl4pPr>
            <a:lvl5pPr marL="9144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600"/>
            </a:lvl5pPr>
          </a:lstStyle>
          <a:p>
            <a:pPr lvl="0"/>
            <a:r>
              <a:rPr lang="en-US"/>
              <a:t>Add your text, table, chart, or other content here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77B1C0-0A14-9EEF-1CAB-9BE48D7205E3}"/>
              </a:ext>
            </a:extLst>
          </p:cNvPr>
          <p:cNvSpPr txBox="1"/>
          <p:nvPr userDrawn="1"/>
        </p:nvSpPr>
        <p:spPr>
          <a:xfrm>
            <a:off x="3699641" y="-11561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CB28A82-3E35-E547-A1D6-D747A1481D0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85050" y="0"/>
            <a:ext cx="480695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448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_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20AF7-F2DA-804F-919B-E4C0D43975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5799" y="252932"/>
            <a:ext cx="6752196" cy="6784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1F5E8C-B0FD-2A47-BB98-22F678505C5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942823" y="1124608"/>
            <a:ext cx="6752196" cy="4808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600"/>
            </a:lvl1pPr>
            <a:lvl2pPr marL="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tabLst>
                <a:tab pos="228600" algn="l"/>
              </a:tabLst>
              <a:defRPr sz="1600"/>
            </a:lvl2pPr>
            <a:lvl3pPr marL="457200" indent="-223838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600"/>
            </a:lvl3pPr>
            <a:lvl4pPr marL="6858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lvl4pPr>
            <a:lvl5pPr marL="9144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600"/>
            </a:lvl5pPr>
          </a:lstStyle>
          <a:p>
            <a:pPr lvl="0"/>
            <a:r>
              <a:rPr lang="en-US"/>
              <a:t>Add your text, table, chart, or other content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690C5-88FB-36D5-9980-4227CE4125D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01F5BC-E17C-8DFF-1EC3-880662A089EE}"/>
              </a:ext>
            </a:extLst>
          </p:cNvPr>
          <p:cNvSpPr txBox="1"/>
          <p:nvPr userDrawn="1"/>
        </p:nvSpPr>
        <p:spPr>
          <a:xfrm>
            <a:off x="4942823" y="6510682"/>
            <a:ext cx="1219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tx2"/>
                </a:solidFill>
              </a:rPr>
              <a:t>confidential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2F0FBA5-77BB-0141-9565-94E5592178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676775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280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s_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508D209-37B8-0A07-E6D9-0E01F6C366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48976" y="1128330"/>
            <a:ext cx="5505450" cy="368519"/>
          </a:xfrm>
          <a:solidFill>
            <a:srgbClr val="5FAFDE"/>
          </a:solidFill>
        </p:spPr>
        <p:txBody>
          <a:bodyPr anchor="ctr">
            <a:normAutofit/>
          </a:bodyPr>
          <a:lstStyle>
            <a:lvl1pPr algn="ctr">
              <a:spcAft>
                <a:spcPts val="0"/>
              </a:spcAft>
              <a:defRPr sz="1800" b="0" i="0">
                <a:solidFill>
                  <a:schemeClr val="bg1"/>
                </a:solidFill>
                <a:latin typeface="AktivGrotesk-Regular" panose="020B0504020202020204" pitchFamily="34" charset="0"/>
                <a:ea typeface="AktivGrotesk-Regular" panose="020B0504020202020204" pitchFamily="34" charset="0"/>
                <a:cs typeface="AktivGrotesk-Regular" panose="020B0504020202020204" pitchFamily="34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F063BB-F918-818E-1FDF-FFBAC85D117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6563" y="1128330"/>
            <a:ext cx="5505450" cy="368519"/>
          </a:xfrm>
          <a:solidFill>
            <a:srgbClr val="2993D4"/>
          </a:solidFill>
        </p:spPr>
        <p:txBody>
          <a:bodyPr anchor="ctr">
            <a:normAutofit/>
          </a:bodyPr>
          <a:lstStyle>
            <a:lvl1pPr algn="ctr">
              <a:spcAft>
                <a:spcPts val="0"/>
              </a:spcAft>
              <a:defRPr sz="1800" b="0" i="0">
                <a:solidFill>
                  <a:schemeClr val="bg1"/>
                </a:solidFill>
                <a:latin typeface="AktivGrotesk-Regular" panose="020B0504020202020204" pitchFamily="34" charset="0"/>
                <a:ea typeface="AktivGrotesk-Regular" panose="020B0504020202020204" pitchFamily="34" charset="0"/>
                <a:cs typeface="AktivGrotesk-Regular" panose="020B0504020202020204" pitchFamily="34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20AF7-F2DA-804F-919B-E4C0D43975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11D3B3-EC91-3997-D267-0491CA0E4DA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EE6F09-09B0-E733-E8C0-CA2CC8A383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6563" y="1576388"/>
            <a:ext cx="5505450" cy="424497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tabLst/>
              <a:defRPr/>
            </a:pPr>
            <a:r>
              <a:rPr lang="en-US"/>
              <a:t>Add your text here. Note that you can rearrange and resize the boxes, or copy and paste the formatting to create more sections as needed.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4C7E4BE-391F-E9FE-7C32-A4506E40C05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8976" y="1572683"/>
            <a:ext cx="5505450" cy="424497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tabLst/>
              <a:defRPr/>
            </a:pPr>
            <a:r>
              <a:rPr lang="en-US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6438721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s_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20AF7-F2DA-804F-919B-E4C0D43975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11D3B3-EC91-3997-D267-0491CA0E4DA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E1838E2-87A5-FCBF-6C81-43436AE05D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6563" y="1149350"/>
            <a:ext cx="11318238" cy="368519"/>
          </a:xfrm>
          <a:solidFill>
            <a:srgbClr val="FDE79E"/>
          </a:solidFill>
        </p:spPr>
        <p:txBody>
          <a:bodyPr anchor="ctr">
            <a:normAutofit/>
          </a:bodyPr>
          <a:lstStyle>
            <a:lvl1pPr algn="ctr">
              <a:spcAft>
                <a:spcPts val="0"/>
              </a:spcAft>
              <a:defRPr sz="1800" b="0" i="0">
                <a:solidFill>
                  <a:schemeClr val="tx1"/>
                </a:solidFill>
                <a:latin typeface="AktivGrotesk-Regular" panose="020B0504020202020204" pitchFamily="34" charset="0"/>
                <a:ea typeface="AktivGrotesk-Regular" panose="020B0504020202020204" pitchFamily="34" charset="0"/>
                <a:cs typeface="AktivGrotesk-Regular" panose="020B0504020202020204" pitchFamily="34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52057925-0E83-BD3D-AF96-F99F753E2E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6454" y="3590373"/>
            <a:ext cx="11318238" cy="368519"/>
          </a:xfrm>
          <a:solidFill>
            <a:srgbClr val="FCD483"/>
          </a:solidFill>
        </p:spPr>
        <p:txBody>
          <a:bodyPr anchor="ctr">
            <a:normAutofit/>
          </a:bodyPr>
          <a:lstStyle>
            <a:lvl1pPr algn="ctr">
              <a:spcAft>
                <a:spcPts val="0"/>
              </a:spcAft>
              <a:defRPr sz="1800" b="0" i="0">
                <a:solidFill>
                  <a:schemeClr val="tx1"/>
                </a:solidFill>
                <a:latin typeface="AktivGrotesk-Regular" panose="020B0504020202020204" pitchFamily="34" charset="0"/>
                <a:ea typeface="AktivGrotesk-Regular" panose="020B0504020202020204" pitchFamily="34" charset="0"/>
                <a:cs typeface="AktivGrotesk-Regular" panose="020B0504020202020204" pitchFamily="34" charset="0"/>
              </a:defRPr>
            </a:lvl1pPr>
          </a:lstStyle>
          <a:p>
            <a:pPr lvl="0"/>
            <a:r>
              <a:rPr lang="en-US"/>
              <a:t>Section Title 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DF299B2D-611D-719E-BD1C-C5BC2B19F2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6562" y="4050031"/>
            <a:ext cx="11318239" cy="1774682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Add your text here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7A38A09C-8E9C-F53B-89E9-54DAAA1556E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6562" y="1587238"/>
            <a:ext cx="11318239" cy="1774682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•"/>
              <a:defRPr/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tabLst/>
              <a:defRPr/>
            </a:pPr>
            <a:r>
              <a:rPr lang="en-US"/>
              <a:t>Add your text here. Note that you can rearrange and resize the boxes, or copy and paste the formatting to create more sections as needed.</a:t>
            </a:r>
          </a:p>
        </p:txBody>
      </p:sp>
    </p:spTree>
    <p:extLst>
      <p:ext uri="{BB962C8B-B14F-4D97-AF65-F5344CB8AC3E}">
        <p14:creationId xmlns:p14="http://schemas.microsoft.com/office/powerpoint/2010/main" val="30686923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s Gri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20AF7-F2DA-804F-919B-E4C0D43975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11D3B3-EC91-3997-D267-0491CA0E4DA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EE6F09-09B0-E733-E8C0-CA2CC8A383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6563" y="1576389"/>
            <a:ext cx="5505450" cy="1785532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tabLst/>
              <a:defRPr/>
            </a:pPr>
            <a:r>
              <a:rPr lang="en-US"/>
              <a:t>Add your text here. Note that you can rearrange and resize the boxes, or copy and paste the formatting to create more sections as needed.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439830F-F24F-DEF1-D926-A0823E7930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5870" y="4028579"/>
            <a:ext cx="5505450" cy="1785532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Add your text here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B65E8C6F-7984-18CF-44F0-A6D0826A99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48976" y="4028579"/>
            <a:ext cx="5505450" cy="1785532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Add your text here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ADB9B0FE-C819-FE25-54B7-9CAB8743B54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48283" y="1576389"/>
            <a:ext cx="5505450" cy="1785532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Add your text here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38B75B4D-21F4-F1D7-2F10-4EFF90492A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6563" y="1128330"/>
            <a:ext cx="5505450" cy="368519"/>
          </a:xfrm>
          <a:solidFill>
            <a:srgbClr val="2993D4"/>
          </a:solidFill>
        </p:spPr>
        <p:txBody>
          <a:bodyPr anchor="ctr">
            <a:normAutofit/>
          </a:bodyPr>
          <a:lstStyle>
            <a:lvl1pPr algn="ctr">
              <a:spcAft>
                <a:spcPts val="0"/>
              </a:spcAft>
              <a:defRPr sz="1800" b="0" i="0">
                <a:solidFill>
                  <a:schemeClr val="bg1"/>
                </a:solidFill>
                <a:latin typeface="AktivGrotesk-Regular" panose="020B0504020202020204" pitchFamily="34" charset="0"/>
                <a:ea typeface="AktivGrotesk-Regular" panose="020B0504020202020204" pitchFamily="34" charset="0"/>
                <a:cs typeface="AktivGrotesk-Regular" panose="020B0504020202020204" pitchFamily="34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531AA4A-2474-FA16-275B-65EF0CF5B84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48283" y="1128330"/>
            <a:ext cx="5505450" cy="368519"/>
          </a:xfrm>
          <a:solidFill>
            <a:srgbClr val="2993D4"/>
          </a:solidFill>
        </p:spPr>
        <p:txBody>
          <a:bodyPr anchor="ctr">
            <a:normAutofit/>
          </a:bodyPr>
          <a:lstStyle>
            <a:lvl1pPr algn="ctr">
              <a:spcAft>
                <a:spcPts val="0"/>
              </a:spcAft>
              <a:defRPr sz="1800" b="0" i="0">
                <a:solidFill>
                  <a:schemeClr val="bg1"/>
                </a:solidFill>
                <a:latin typeface="AktivGrotesk-Regular" panose="020B0504020202020204" pitchFamily="34" charset="0"/>
                <a:ea typeface="AktivGrotesk-Regular" panose="020B0504020202020204" pitchFamily="34" charset="0"/>
                <a:cs typeface="AktivGrotesk-Regular" panose="020B0504020202020204" pitchFamily="34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A80F6D67-A1AB-2EA4-CAEF-40483B075ED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5870" y="3578353"/>
            <a:ext cx="5505450" cy="368519"/>
          </a:xfrm>
          <a:solidFill>
            <a:srgbClr val="2993D4"/>
          </a:solidFill>
        </p:spPr>
        <p:txBody>
          <a:bodyPr anchor="ctr">
            <a:normAutofit/>
          </a:bodyPr>
          <a:lstStyle>
            <a:lvl1pPr algn="ctr">
              <a:spcAft>
                <a:spcPts val="0"/>
              </a:spcAft>
              <a:defRPr sz="1800" b="0" i="0">
                <a:solidFill>
                  <a:schemeClr val="bg1"/>
                </a:solidFill>
                <a:latin typeface="AktivGrotesk-Regular" panose="020B0504020202020204" pitchFamily="34" charset="0"/>
                <a:ea typeface="AktivGrotesk-Regular" panose="020B0504020202020204" pitchFamily="34" charset="0"/>
                <a:cs typeface="AktivGrotesk-Regular" panose="020B0504020202020204" pitchFamily="34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1351D5F-B046-B0F2-F8BD-2B2986C141C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48283" y="3578352"/>
            <a:ext cx="5505450" cy="368519"/>
          </a:xfrm>
          <a:solidFill>
            <a:srgbClr val="2993D4"/>
          </a:solidFill>
        </p:spPr>
        <p:txBody>
          <a:bodyPr anchor="ctr">
            <a:normAutofit/>
          </a:bodyPr>
          <a:lstStyle>
            <a:lvl1pPr algn="ctr">
              <a:spcAft>
                <a:spcPts val="0"/>
              </a:spcAft>
              <a:defRPr sz="1800" b="0" i="0">
                <a:solidFill>
                  <a:schemeClr val="bg1"/>
                </a:solidFill>
                <a:latin typeface="AktivGrotesk-Regular" panose="020B0504020202020204" pitchFamily="34" charset="0"/>
                <a:ea typeface="AktivGrotesk-Regular" panose="020B0504020202020204" pitchFamily="34" charset="0"/>
                <a:cs typeface="AktivGrotesk-Regular" panose="020B0504020202020204" pitchFamily="34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968790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20AF7-F2DA-804F-919B-E4C0D43975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11D3B3-EC91-3997-D267-0491CA0E4DA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439830F-F24F-DEF1-D926-A0823E7930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4929" y="3971933"/>
            <a:ext cx="2097123" cy="1253032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/>
              <a:t>Add your text here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A80F6D67-A1AB-2EA4-CAEF-40483B075ED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64929" y="3521707"/>
            <a:ext cx="2097123" cy="368519"/>
          </a:xfrm>
          <a:solidFill>
            <a:srgbClr val="FCD483"/>
          </a:solidFill>
        </p:spPr>
        <p:txBody>
          <a:bodyPr anchor="ctr">
            <a:normAutofit/>
          </a:bodyPr>
          <a:lstStyle>
            <a:lvl1pPr algn="ctr">
              <a:spcAft>
                <a:spcPts val="0"/>
              </a:spcAft>
              <a:defRPr sz="1400" b="0" i="0">
                <a:solidFill>
                  <a:sysClr val="windowText" lastClr="000000"/>
                </a:solidFill>
                <a:latin typeface="AktivGrotesk-Regular" panose="020B0504020202020204" pitchFamily="34" charset="0"/>
                <a:ea typeface="AktivGrotesk-Regular" panose="020B0504020202020204" pitchFamily="34" charset="0"/>
                <a:cs typeface="AktivGrotesk-Regular" panose="020B0504020202020204" pitchFamily="34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F701DAD3-4F05-5BD0-36DB-C61A0A5B799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777955" y="3521707"/>
            <a:ext cx="2097123" cy="1253032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/>
              <a:t>Add your text here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9825991A-68B0-AA5C-24DC-11A6BB72916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770114" y="3071481"/>
            <a:ext cx="2097123" cy="368519"/>
          </a:xfrm>
          <a:solidFill>
            <a:srgbClr val="FCD483"/>
          </a:solidFill>
        </p:spPr>
        <p:txBody>
          <a:bodyPr anchor="ctr">
            <a:normAutofit/>
          </a:bodyPr>
          <a:lstStyle>
            <a:lvl1pPr algn="ctr">
              <a:spcAft>
                <a:spcPts val="0"/>
              </a:spcAft>
              <a:defRPr sz="1400" b="0" i="0">
                <a:solidFill>
                  <a:sysClr val="windowText" lastClr="000000"/>
                </a:solidFill>
                <a:latin typeface="AktivGrotesk-Regular" panose="020B0504020202020204" pitchFamily="34" charset="0"/>
                <a:ea typeface="AktivGrotesk-Regular" panose="020B0504020202020204" pitchFamily="34" charset="0"/>
                <a:cs typeface="AktivGrotesk-Regular" panose="020B0504020202020204" pitchFamily="34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4330915-382B-E294-8534-03BF21201E5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85669" y="2186968"/>
            <a:ext cx="2097123" cy="1253032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/>
              <a:t>Add your text here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66EFB864-515D-27AB-6B3F-4023516CE2B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685669" y="1736742"/>
            <a:ext cx="2097123" cy="368519"/>
          </a:xfrm>
          <a:solidFill>
            <a:srgbClr val="FCD483"/>
          </a:solidFill>
        </p:spPr>
        <p:txBody>
          <a:bodyPr anchor="ctr">
            <a:normAutofit/>
          </a:bodyPr>
          <a:lstStyle>
            <a:lvl1pPr algn="ctr">
              <a:spcAft>
                <a:spcPts val="0"/>
              </a:spcAft>
              <a:defRPr sz="1400" b="0" i="0">
                <a:solidFill>
                  <a:sysClr val="windowText" lastClr="000000"/>
                </a:solidFill>
                <a:latin typeface="AktivGrotesk-Regular" panose="020B0504020202020204" pitchFamily="34" charset="0"/>
                <a:ea typeface="AktivGrotesk-Regular" panose="020B0504020202020204" pitchFamily="34" charset="0"/>
                <a:cs typeface="AktivGrotesk-Regular" panose="020B0504020202020204" pitchFamily="34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39CB33E5-4159-3BCA-F353-E14605D1445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90981" y="3040439"/>
            <a:ext cx="2081442" cy="1253032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/>
              <a:t>Add your text here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A0BB7809-CDAA-71D1-7D54-5BF6EC68720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75299" y="2590213"/>
            <a:ext cx="2097123" cy="368519"/>
          </a:xfrm>
          <a:solidFill>
            <a:srgbClr val="FCD483"/>
          </a:solidFill>
        </p:spPr>
        <p:txBody>
          <a:bodyPr anchor="ctr">
            <a:normAutofit/>
          </a:bodyPr>
          <a:lstStyle>
            <a:lvl1pPr algn="ctr">
              <a:spcAft>
                <a:spcPts val="0"/>
              </a:spcAft>
              <a:defRPr sz="1400" b="0" i="0">
                <a:solidFill>
                  <a:sysClr val="windowText" lastClr="000000"/>
                </a:solidFill>
                <a:latin typeface="AktivGrotesk-Regular" panose="020B0504020202020204" pitchFamily="34" charset="0"/>
                <a:ea typeface="AktivGrotesk-Regular" panose="020B0504020202020204" pitchFamily="34" charset="0"/>
                <a:cs typeface="AktivGrotesk-Regular" panose="020B0504020202020204" pitchFamily="34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85328BC-1738-B32C-236D-00791C924E9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388326" y="2555487"/>
            <a:ext cx="2081442" cy="1253032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/>
              <a:t>Add your text here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2B78F97B-7765-5117-8469-2E4F105F79F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380484" y="2105261"/>
            <a:ext cx="2097123" cy="368519"/>
          </a:xfrm>
          <a:solidFill>
            <a:srgbClr val="FCD483"/>
          </a:solidFill>
        </p:spPr>
        <p:txBody>
          <a:bodyPr anchor="ctr">
            <a:normAutofit/>
          </a:bodyPr>
          <a:lstStyle>
            <a:lvl1pPr algn="ctr">
              <a:spcAft>
                <a:spcPts val="0"/>
              </a:spcAft>
              <a:defRPr sz="1400" b="0" i="0">
                <a:solidFill>
                  <a:sysClr val="windowText" lastClr="000000"/>
                </a:solidFill>
                <a:latin typeface="AktivGrotesk-Regular" panose="020B0504020202020204" pitchFamily="34" charset="0"/>
                <a:ea typeface="AktivGrotesk-Regular" panose="020B0504020202020204" pitchFamily="34" charset="0"/>
                <a:cs typeface="AktivGrotesk-Regular" panose="020B0504020202020204" pitchFamily="34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609539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ri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C1F55C7-6EF1-DC4D-B560-2F6BCF2828C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aphic 5">
            <a:extLst>
              <a:ext uri="{FF2B5EF4-FFF2-40B4-BE49-F238E27FC236}">
                <a16:creationId xmlns:a16="http://schemas.microsoft.com/office/drawing/2014/main" id="{33AB8DDD-3613-68AF-25D8-2C7B1F4374AF}"/>
              </a:ext>
            </a:extLst>
          </p:cNvPr>
          <p:cNvGrpSpPr/>
          <p:nvPr/>
        </p:nvGrpSpPr>
        <p:grpSpPr>
          <a:xfrm>
            <a:off x="2267307" y="2581910"/>
            <a:ext cx="7643728" cy="1695977"/>
            <a:chOff x="2267307" y="2581910"/>
            <a:chExt cx="7643728" cy="1695977"/>
          </a:xfrm>
          <a:solidFill>
            <a:schemeClr val="bg1"/>
          </a:solidFill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2C34F252-91B6-9582-6DE4-92D8B59F554B}"/>
                </a:ext>
              </a:extLst>
            </p:cNvPr>
            <p:cNvSpPr/>
            <p:nvPr/>
          </p:nvSpPr>
          <p:spPr>
            <a:xfrm>
              <a:off x="2267307" y="2592753"/>
              <a:ext cx="1678956" cy="1685133"/>
            </a:xfrm>
            <a:custGeom>
              <a:avLst/>
              <a:gdLst>
                <a:gd name="connsiteX0" fmla="*/ 722672 w 1678956"/>
                <a:gd name="connsiteY0" fmla="*/ 0 h 1685133"/>
                <a:gd name="connsiteX1" fmla="*/ 722672 w 1678956"/>
                <a:gd name="connsiteY1" fmla="*/ 52050 h 1685133"/>
                <a:gd name="connsiteX2" fmla="*/ 591674 w 1678956"/>
                <a:gd name="connsiteY2" fmla="*/ 80244 h 1685133"/>
                <a:gd name="connsiteX3" fmla="*/ 552375 w 1678956"/>
                <a:gd name="connsiteY3" fmla="*/ 158320 h 1685133"/>
                <a:gd name="connsiteX4" fmla="*/ 561108 w 1678956"/>
                <a:gd name="connsiteY4" fmla="*/ 212539 h 1685133"/>
                <a:gd name="connsiteX5" fmla="*/ 589491 w 1678956"/>
                <a:gd name="connsiteY5" fmla="*/ 288446 h 1685133"/>
                <a:gd name="connsiteX6" fmla="*/ 967201 w 1678956"/>
                <a:gd name="connsiteY6" fmla="*/ 1192823 h 1685133"/>
                <a:gd name="connsiteX7" fmla="*/ 1288146 w 1678956"/>
                <a:gd name="connsiteY7" fmla="*/ 394716 h 1685133"/>
                <a:gd name="connsiteX8" fmla="*/ 1331812 w 1678956"/>
                <a:gd name="connsiteY8" fmla="*/ 271096 h 1685133"/>
                <a:gd name="connsiteX9" fmla="*/ 1351462 w 1678956"/>
                <a:gd name="connsiteY9" fmla="*/ 173502 h 1685133"/>
                <a:gd name="connsiteX10" fmla="*/ 1285963 w 1678956"/>
                <a:gd name="connsiteY10" fmla="*/ 73738 h 1685133"/>
                <a:gd name="connsiteX11" fmla="*/ 1178981 w 1678956"/>
                <a:gd name="connsiteY11" fmla="*/ 52050 h 1685133"/>
                <a:gd name="connsiteX12" fmla="*/ 1178981 w 1678956"/>
                <a:gd name="connsiteY12" fmla="*/ 0 h 1685133"/>
                <a:gd name="connsiteX13" fmla="*/ 1678957 w 1678956"/>
                <a:gd name="connsiteY13" fmla="*/ 0 h 1685133"/>
                <a:gd name="connsiteX14" fmla="*/ 1678957 w 1678956"/>
                <a:gd name="connsiteY14" fmla="*/ 52050 h 1685133"/>
                <a:gd name="connsiteX15" fmla="*/ 1552325 w 1678956"/>
                <a:gd name="connsiteY15" fmla="*/ 110607 h 1685133"/>
                <a:gd name="connsiteX16" fmla="*/ 1440977 w 1678956"/>
                <a:gd name="connsiteY16" fmla="*/ 344834 h 1685133"/>
                <a:gd name="connsiteX17" fmla="*/ 925719 w 1678956"/>
                <a:gd name="connsiteY17" fmla="*/ 1626577 h 1685133"/>
                <a:gd name="connsiteX18" fmla="*/ 901702 w 1678956"/>
                <a:gd name="connsiteY18" fmla="*/ 1672121 h 1685133"/>
                <a:gd name="connsiteX19" fmla="*/ 877686 w 1678956"/>
                <a:gd name="connsiteY19" fmla="*/ 1685134 h 1685133"/>
                <a:gd name="connsiteX20" fmla="*/ 847120 w 1678956"/>
                <a:gd name="connsiteY20" fmla="*/ 1663446 h 1685133"/>
                <a:gd name="connsiteX21" fmla="*/ 820920 w 1678956"/>
                <a:gd name="connsiteY21" fmla="*/ 1613564 h 1685133"/>
                <a:gd name="connsiteX22" fmla="*/ 272912 w 1678956"/>
                <a:gd name="connsiteY22" fmla="*/ 310134 h 1685133"/>
                <a:gd name="connsiteX23" fmla="*/ 130998 w 1678956"/>
                <a:gd name="connsiteY23" fmla="*/ 95426 h 1685133"/>
                <a:gd name="connsiteX24" fmla="*/ 0 w 1678956"/>
                <a:gd name="connsiteY24" fmla="*/ 52050 h 1685133"/>
                <a:gd name="connsiteX25" fmla="*/ 0 w 1678956"/>
                <a:gd name="connsiteY25" fmla="*/ 0 h 1685133"/>
                <a:gd name="connsiteX26" fmla="*/ 722672 w 1678956"/>
                <a:gd name="connsiteY26" fmla="*/ 0 h 168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78956" h="1685133">
                  <a:moveTo>
                    <a:pt x="722672" y="0"/>
                  </a:moveTo>
                  <a:lnTo>
                    <a:pt x="722672" y="52050"/>
                  </a:lnTo>
                  <a:cubicBezTo>
                    <a:pt x="661540" y="58557"/>
                    <a:pt x="615690" y="69401"/>
                    <a:pt x="591674" y="80244"/>
                  </a:cubicBezTo>
                  <a:cubicBezTo>
                    <a:pt x="565474" y="93257"/>
                    <a:pt x="552375" y="119282"/>
                    <a:pt x="552375" y="158320"/>
                  </a:cubicBezTo>
                  <a:cubicBezTo>
                    <a:pt x="552375" y="177839"/>
                    <a:pt x="554558" y="195189"/>
                    <a:pt x="561108" y="212539"/>
                  </a:cubicBezTo>
                  <a:cubicBezTo>
                    <a:pt x="565474" y="229890"/>
                    <a:pt x="576391" y="255915"/>
                    <a:pt x="589491" y="288446"/>
                  </a:cubicBezTo>
                  <a:lnTo>
                    <a:pt x="967201" y="1192823"/>
                  </a:lnTo>
                  <a:lnTo>
                    <a:pt x="1288146" y="394716"/>
                  </a:lnTo>
                  <a:cubicBezTo>
                    <a:pt x="1303429" y="355678"/>
                    <a:pt x="1318712" y="314472"/>
                    <a:pt x="1331812" y="271096"/>
                  </a:cubicBezTo>
                  <a:cubicBezTo>
                    <a:pt x="1344912" y="227721"/>
                    <a:pt x="1351462" y="195189"/>
                    <a:pt x="1351462" y="173502"/>
                  </a:cubicBezTo>
                  <a:cubicBezTo>
                    <a:pt x="1351462" y="127957"/>
                    <a:pt x="1329629" y="93257"/>
                    <a:pt x="1285963" y="73738"/>
                  </a:cubicBezTo>
                  <a:cubicBezTo>
                    <a:pt x="1259763" y="62894"/>
                    <a:pt x="1222647" y="56388"/>
                    <a:pt x="1178981" y="52050"/>
                  </a:cubicBezTo>
                  <a:lnTo>
                    <a:pt x="1178981" y="0"/>
                  </a:lnTo>
                  <a:lnTo>
                    <a:pt x="1678957" y="0"/>
                  </a:lnTo>
                  <a:lnTo>
                    <a:pt x="1678957" y="52050"/>
                  </a:lnTo>
                  <a:cubicBezTo>
                    <a:pt x="1620008" y="56388"/>
                    <a:pt x="1578525" y="75907"/>
                    <a:pt x="1552325" y="110607"/>
                  </a:cubicBezTo>
                  <a:cubicBezTo>
                    <a:pt x="1526126" y="145308"/>
                    <a:pt x="1489010" y="223383"/>
                    <a:pt x="1440977" y="344834"/>
                  </a:cubicBezTo>
                  <a:lnTo>
                    <a:pt x="925719" y="1626577"/>
                  </a:lnTo>
                  <a:cubicBezTo>
                    <a:pt x="916985" y="1648265"/>
                    <a:pt x="908252" y="1663446"/>
                    <a:pt x="901702" y="1672121"/>
                  </a:cubicBezTo>
                  <a:cubicBezTo>
                    <a:pt x="895152" y="1680796"/>
                    <a:pt x="888603" y="1685134"/>
                    <a:pt x="877686" y="1685134"/>
                  </a:cubicBezTo>
                  <a:cubicBezTo>
                    <a:pt x="866770" y="1685134"/>
                    <a:pt x="855853" y="1678627"/>
                    <a:pt x="847120" y="1663446"/>
                  </a:cubicBezTo>
                  <a:cubicBezTo>
                    <a:pt x="838387" y="1650433"/>
                    <a:pt x="829654" y="1633083"/>
                    <a:pt x="820920" y="1613564"/>
                  </a:cubicBezTo>
                  <a:lnTo>
                    <a:pt x="272912" y="310134"/>
                  </a:lnTo>
                  <a:cubicBezTo>
                    <a:pt x="229246" y="203864"/>
                    <a:pt x="181214" y="132295"/>
                    <a:pt x="130998" y="95426"/>
                  </a:cubicBezTo>
                  <a:cubicBezTo>
                    <a:pt x="100432" y="73738"/>
                    <a:pt x="56766" y="58557"/>
                    <a:pt x="0" y="52050"/>
                  </a:cubicBezTo>
                  <a:lnTo>
                    <a:pt x="0" y="0"/>
                  </a:lnTo>
                  <a:lnTo>
                    <a:pt x="722672" y="0"/>
                  </a:lnTo>
                  <a:close/>
                </a:path>
              </a:pathLst>
            </a:custGeom>
            <a:solidFill>
              <a:schemeClr val="bg1"/>
            </a:solidFill>
            <a:ln w="21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C5CC1CB7-4AF5-BC47-D095-349F8914D356}"/>
                </a:ext>
              </a:extLst>
            </p:cNvPr>
            <p:cNvSpPr/>
            <p:nvPr/>
          </p:nvSpPr>
          <p:spPr>
            <a:xfrm>
              <a:off x="4077262" y="2586247"/>
              <a:ext cx="1709522" cy="1680796"/>
            </a:xfrm>
            <a:custGeom>
              <a:avLst/>
              <a:gdLst>
                <a:gd name="connsiteX0" fmla="*/ 528358 w 1709522"/>
                <a:gd name="connsiteY0" fmla="*/ 0 h 1680796"/>
                <a:gd name="connsiteX1" fmla="*/ 528358 w 1709522"/>
                <a:gd name="connsiteY1" fmla="*/ 1136435 h 1680796"/>
                <a:gd name="connsiteX2" fmla="*/ 563291 w 1709522"/>
                <a:gd name="connsiteY2" fmla="*/ 1329456 h 1680796"/>
                <a:gd name="connsiteX3" fmla="*/ 810004 w 1709522"/>
                <a:gd name="connsiteY3" fmla="*/ 1463919 h 1680796"/>
                <a:gd name="connsiteX4" fmla="*/ 1050166 w 1709522"/>
                <a:gd name="connsiteY4" fmla="*/ 1383675 h 1680796"/>
                <a:gd name="connsiteX5" fmla="*/ 1185531 w 1709522"/>
                <a:gd name="connsiteY5" fmla="*/ 1262224 h 1680796"/>
                <a:gd name="connsiteX6" fmla="*/ 1185531 w 1709522"/>
                <a:gd name="connsiteY6" fmla="*/ 290615 h 1680796"/>
                <a:gd name="connsiteX7" fmla="*/ 1130949 w 1709522"/>
                <a:gd name="connsiteY7" fmla="*/ 110607 h 1680796"/>
                <a:gd name="connsiteX8" fmla="*/ 916985 w 1709522"/>
                <a:gd name="connsiteY8" fmla="*/ 58557 h 1680796"/>
                <a:gd name="connsiteX9" fmla="*/ 916985 w 1709522"/>
                <a:gd name="connsiteY9" fmla="*/ 0 h 1680796"/>
                <a:gd name="connsiteX10" fmla="*/ 1489010 w 1709522"/>
                <a:gd name="connsiteY10" fmla="*/ 0 h 1680796"/>
                <a:gd name="connsiteX11" fmla="*/ 1489010 w 1709522"/>
                <a:gd name="connsiteY11" fmla="*/ 1266561 h 1680796"/>
                <a:gd name="connsiteX12" fmla="*/ 1530492 w 1709522"/>
                <a:gd name="connsiteY12" fmla="*/ 1427050 h 1680796"/>
                <a:gd name="connsiteX13" fmla="*/ 1709523 w 1709522"/>
                <a:gd name="connsiteY13" fmla="*/ 1466088 h 1680796"/>
                <a:gd name="connsiteX14" fmla="*/ 1709523 w 1709522"/>
                <a:gd name="connsiteY14" fmla="*/ 1518138 h 1680796"/>
                <a:gd name="connsiteX15" fmla="*/ 1567609 w 1709522"/>
                <a:gd name="connsiteY15" fmla="*/ 1557176 h 1680796"/>
                <a:gd name="connsiteX16" fmla="*/ 1414778 w 1709522"/>
                <a:gd name="connsiteY16" fmla="*/ 1604889 h 1680796"/>
                <a:gd name="connsiteX17" fmla="*/ 1213914 w 1709522"/>
                <a:gd name="connsiteY17" fmla="*/ 1680796 h 1680796"/>
                <a:gd name="connsiteX18" fmla="*/ 1202997 w 1709522"/>
                <a:gd name="connsiteY18" fmla="*/ 1672121 h 1680796"/>
                <a:gd name="connsiteX19" fmla="*/ 1200814 w 1709522"/>
                <a:gd name="connsiteY19" fmla="*/ 1652602 h 1680796"/>
                <a:gd name="connsiteX20" fmla="*/ 1200814 w 1709522"/>
                <a:gd name="connsiteY20" fmla="*/ 1359818 h 1680796"/>
                <a:gd name="connsiteX21" fmla="*/ 978118 w 1709522"/>
                <a:gd name="connsiteY21" fmla="*/ 1572358 h 1680796"/>
                <a:gd name="connsiteX22" fmla="*/ 654990 w 1709522"/>
                <a:gd name="connsiteY22" fmla="*/ 1678627 h 1680796"/>
                <a:gd name="connsiteX23" fmla="*/ 360244 w 1709522"/>
                <a:gd name="connsiteY23" fmla="*/ 1568020 h 1680796"/>
                <a:gd name="connsiteX24" fmla="*/ 220513 w 1709522"/>
                <a:gd name="connsiteY24" fmla="*/ 1203667 h 1680796"/>
                <a:gd name="connsiteX25" fmla="*/ 220513 w 1709522"/>
                <a:gd name="connsiteY25" fmla="*/ 286278 h 1680796"/>
                <a:gd name="connsiteX26" fmla="*/ 161564 w 1709522"/>
                <a:gd name="connsiteY26" fmla="*/ 95426 h 1680796"/>
                <a:gd name="connsiteX27" fmla="*/ 0 w 1709522"/>
                <a:gd name="connsiteY27" fmla="*/ 54219 h 1680796"/>
                <a:gd name="connsiteX28" fmla="*/ 0 w 1709522"/>
                <a:gd name="connsiteY28" fmla="*/ 0 h 1680796"/>
                <a:gd name="connsiteX29" fmla="*/ 528358 w 1709522"/>
                <a:gd name="connsiteY29" fmla="*/ 0 h 1680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09522" h="1680796">
                  <a:moveTo>
                    <a:pt x="528358" y="0"/>
                  </a:moveTo>
                  <a:lnTo>
                    <a:pt x="528358" y="1136435"/>
                  </a:lnTo>
                  <a:cubicBezTo>
                    <a:pt x="528358" y="1216680"/>
                    <a:pt x="539275" y="1281743"/>
                    <a:pt x="563291" y="1329456"/>
                  </a:cubicBezTo>
                  <a:cubicBezTo>
                    <a:pt x="606957" y="1418375"/>
                    <a:pt x="689922" y="1463919"/>
                    <a:pt x="810004" y="1463919"/>
                  </a:cubicBezTo>
                  <a:cubicBezTo>
                    <a:pt x="890786" y="1463919"/>
                    <a:pt x="971568" y="1437894"/>
                    <a:pt x="1050166" y="1383675"/>
                  </a:cubicBezTo>
                  <a:cubicBezTo>
                    <a:pt x="1093832" y="1353312"/>
                    <a:pt x="1139682" y="1314274"/>
                    <a:pt x="1185531" y="1262224"/>
                  </a:cubicBezTo>
                  <a:lnTo>
                    <a:pt x="1185531" y="290615"/>
                  </a:lnTo>
                  <a:cubicBezTo>
                    <a:pt x="1185531" y="199527"/>
                    <a:pt x="1168065" y="138801"/>
                    <a:pt x="1130949" y="110607"/>
                  </a:cubicBezTo>
                  <a:cubicBezTo>
                    <a:pt x="1096016" y="82413"/>
                    <a:pt x="1023967" y="65063"/>
                    <a:pt x="916985" y="58557"/>
                  </a:cubicBezTo>
                  <a:lnTo>
                    <a:pt x="916985" y="0"/>
                  </a:lnTo>
                  <a:lnTo>
                    <a:pt x="1489010" y="0"/>
                  </a:lnTo>
                  <a:lnTo>
                    <a:pt x="1489010" y="1266561"/>
                  </a:lnTo>
                  <a:cubicBezTo>
                    <a:pt x="1489010" y="1344637"/>
                    <a:pt x="1502110" y="1398856"/>
                    <a:pt x="1530492" y="1427050"/>
                  </a:cubicBezTo>
                  <a:cubicBezTo>
                    <a:pt x="1558875" y="1457413"/>
                    <a:pt x="1617824" y="1470426"/>
                    <a:pt x="1709523" y="1466088"/>
                  </a:cubicBezTo>
                  <a:lnTo>
                    <a:pt x="1709523" y="1518138"/>
                  </a:lnTo>
                  <a:cubicBezTo>
                    <a:pt x="1644024" y="1535489"/>
                    <a:pt x="1598175" y="1548501"/>
                    <a:pt x="1567609" y="1557176"/>
                  </a:cubicBezTo>
                  <a:cubicBezTo>
                    <a:pt x="1537042" y="1565851"/>
                    <a:pt x="1486826" y="1581033"/>
                    <a:pt x="1414778" y="1604889"/>
                  </a:cubicBezTo>
                  <a:cubicBezTo>
                    <a:pt x="1384211" y="1615733"/>
                    <a:pt x="1316529" y="1639590"/>
                    <a:pt x="1213914" y="1680796"/>
                  </a:cubicBezTo>
                  <a:cubicBezTo>
                    <a:pt x="1207364" y="1680796"/>
                    <a:pt x="1205181" y="1678627"/>
                    <a:pt x="1202997" y="1672121"/>
                  </a:cubicBezTo>
                  <a:cubicBezTo>
                    <a:pt x="1200814" y="1665615"/>
                    <a:pt x="1200814" y="1659108"/>
                    <a:pt x="1200814" y="1652602"/>
                  </a:cubicBezTo>
                  <a:lnTo>
                    <a:pt x="1200814" y="1359818"/>
                  </a:lnTo>
                  <a:cubicBezTo>
                    <a:pt x="1120032" y="1455244"/>
                    <a:pt x="1045800" y="1526814"/>
                    <a:pt x="978118" y="1572358"/>
                  </a:cubicBezTo>
                  <a:cubicBezTo>
                    <a:pt x="875503" y="1643927"/>
                    <a:pt x="768521" y="1678627"/>
                    <a:pt x="654990" y="1678627"/>
                  </a:cubicBezTo>
                  <a:cubicBezTo>
                    <a:pt x="550191" y="1678627"/>
                    <a:pt x="451943" y="1641758"/>
                    <a:pt x="360244" y="1568020"/>
                  </a:cubicBezTo>
                  <a:cubicBezTo>
                    <a:pt x="266362" y="1496451"/>
                    <a:pt x="220513" y="1375000"/>
                    <a:pt x="220513" y="1203667"/>
                  </a:cubicBezTo>
                  <a:lnTo>
                    <a:pt x="220513" y="286278"/>
                  </a:lnTo>
                  <a:cubicBezTo>
                    <a:pt x="220513" y="190852"/>
                    <a:pt x="200863" y="127957"/>
                    <a:pt x="161564" y="95426"/>
                  </a:cubicBezTo>
                  <a:cubicBezTo>
                    <a:pt x="135364" y="75907"/>
                    <a:pt x="82965" y="60726"/>
                    <a:pt x="0" y="54219"/>
                  </a:cubicBezTo>
                  <a:lnTo>
                    <a:pt x="0" y="0"/>
                  </a:lnTo>
                  <a:lnTo>
                    <a:pt x="528358" y="0"/>
                  </a:lnTo>
                  <a:close/>
                </a:path>
              </a:pathLst>
            </a:custGeom>
            <a:solidFill>
              <a:schemeClr val="bg1"/>
            </a:solidFill>
            <a:ln w="21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B96A531-B734-C839-0DD5-8E71CD60D3AB}"/>
                </a:ext>
              </a:extLst>
            </p:cNvPr>
            <p:cNvSpPr/>
            <p:nvPr/>
          </p:nvSpPr>
          <p:spPr>
            <a:xfrm>
              <a:off x="5965815" y="2581910"/>
              <a:ext cx="1593807" cy="1691640"/>
            </a:xfrm>
            <a:custGeom>
              <a:avLst/>
              <a:gdLst>
                <a:gd name="connsiteX0" fmla="*/ 499975 w 1593807"/>
                <a:gd name="connsiteY0" fmla="*/ 190852 h 1691640"/>
                <a:gd name="connsiteX1" fmla="*/ 323128 w 1593807"/>
                <a:gd name="connsiteY1" fmla="*/ 739550 h 1691640"/>
                <a:gd name="connsiteX2" fmla="*/ 465043 w 1593807"/>
                <a:gd name="connsiteY2" fmla="*/ 1320781 h 1691640"/>
                <a:gd name="connsiteX3" fmla="*/ 858036 w 1593807"/>
                <a:gd name="connsiteY3" fmla="*/ 1589708 h 1691640"/>
                <a:gd name="connsiteX4" fmla="*/ 1161515 w 1593807"/>
                <a:gd name="connsiteY4" fmla="*/ 1409700 h 1691640"/>
                <a:gd name="connsiteX5" fmla="*/ 1268496 w 1593807"/>
                <a:gd name="connsiteY5" fmla="*/ 939077 h 1691640"/>
                <a:gd name="connsiteX6" fmla="*/ 1133132 w 1593807"/>
                <a:gd name="connsiteY6" fmla="*/ 368691 h 1691640"/>
                <a:gd name="connsiteX7" fmla="*/ 740138 w 1593807"/>
                <a:gd name="connsiteY7" fmla="*/ 101932 h 1691640"/>
                <a:gd name="connsiteX8" fmla="*/ 499975 w 1593807"/>
                <a:gd name="connsiteY8" fmla="*/ 190852 h 1691640"/>
                <a:gd name="connsiteX9" fmla="*/ 222696 w 1593807"/>
                <a:gd name="connsiteY9" fmla="*/ 240733 h 1691640"/>
                <a:gd name="connsiteX10" fmla="*/ 792537 w 1593807"/>
                <a:gd name="connsiteY10" fmla="*/ 0 h 1691640"/>
                <a:gd name="connsiteX11" fmla="*/ 1366745 w 1593807"/>
                <a:gd name="connsiteY11" fmla="*/ 227721 h 1691640"/>
                <a:gd name="connsiteX12" fmla="*/ 1593808 w 1593807"/>
                <a:gd name="connsiteY12" fmla="*/ 832807 h 1691640"/>
                <a:gd name="connsiteX13" fmla="*/ 1373295 w 1593807"/>
                <a:gd name="connsiteY13" fmla="*/ 1435725 h 1691640"/>
                <a:gd name="connsiteX14" fmla="*/ 803454 w 1593807"/>
                <a:gd name="connsiteY14" fmla="*/ 1691640 h 1691640"/>
                <a:gd name="connsiteX15" fmla="*/ 233613 w 1593807"/>
                <a:gd name="connsiteY15" fmla="*/ 1446569 h 1691640"/>
                <a:gd name="connsiteX16" fmla="*/ 0 w 1593807"/>
                <a:gd name="connsiteY16" fmla="*/ 828470 h 1691640"/>
                <a:gd name="connsiteX17" fmla="*/ 222696 w 1593807"/>
                <a:gd name="connsiteY17" fmla="*/ 240733 h 1691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93807" h="1691640">
                  <a:moveTo>
                    <a:pt x="499975" y="190852"/>
                  </a:moveTo>
                  <a:cubicBezTo>
                    <a:pt x="382077" y="297121"/>
                    <a:pt x="323128" y="479298"/>
                    <a:pt x="323128" y="739550"/>
                  </a:cubicBezTo>
                  <a:cubicBezTo>
                    <a:pt x="323128" y="947752"/>
                    <a:pt x="371161" y="1140773"/>
                    <a:pt x="465043" y="1320781"/>
                  </a:cubicBezTo>
                  <a:cubicBezTo>
                    <a:pt x="558924" y="1500788"/>
                    <a:pt x="689922" y="1589708"/>
                    <a:pt x="858036" y="1589708"/>
                  </a:cubicBezTo>
                  <a:cubicBezTo>
                    <a:pt x="989034" y="1589708"/>
                    <a:pt x="1091649" y="1528982"/>
                    <a:pt x="1161515" y="1409700"/>
                  </a:cubicBezTo>
                  <a:cubicBezTo>
                    <a:pt x="1233564" y="1290418"/>
                    <a:pt x="1268496" y="1132098"/>
                    <a:pt x="1268496" y="939077"/>
                  </a:cubicBezTo>
                  <a:cubicBezTo>
                    <a:pt x="1268496" y="737382"/>
                    <a:pt x="1222647" y="546530"/>
                    <a:pt x="1133132" y="368691"/>
                  </a:cubicBezTo>
                  <a:cubicBezTo>
                    <a:pt x="1043617" y="190852"/>
                    <a:pt x="912619" y="101932"/>
                    <a:pt x="740138" y="101932"/>
                  </a:cubicBezTo>
                  <a:cubicBezTo>
                    <a:pt x="648440" y="101932"/>
                    <a:pt x="567658" y="132295"/>
                    <a:pt x="499975" y="190852"/>
                  </a:cubicBezTo>
                  <a:moveTo>
                    <a:pt x="222696" y="240733"/>
                  </a:moveTo>
                  <a:cubicBezTo>
                    <a:pt x="368977" y="80244"/>
                    <a:pt x="558924" y="0"/>
                    <a:pt x="792537" y="0"/>
                  </a:cubicBezTo>
                  <a:cubicBezTo>
                    <a:pt x="1023967" y="0"/>
                    <a:pt x="1216097" y="75907"/>
                    <a:pt x="1366745" y="227721"/>
                  </a:cubicBezTo>
                  <a:cubicBezTo>
                    <a:pt x="1517393" y="379535"/>
                    <a:pt x="1593808" y="579061"/>
                    <a:pt x="1593808" y="832807"/>
                  </a:cubicBezTo>
                  <a:cubicBezTo>
                    <a:pt x="1593808" y="1064866"/>
                    <a:pt x="1519576" y="1266561"/>
                    <a:pt x="1373295" y="1435725"/>
                  </a:cubicBezTo>
                  <a:cubicBezTo>
                    <a:pt x="1227014" y="1604889"/>
                    <a:pt x="1037067" y="1691640"/>
                    <a:pt x="803454" y="1691640"/>
                  </a:cubicBezTo>
                  <a:cubicBezTo>
                    <a:pt x="578574" y="1691640"/>
                    <a:pt x="388627" y="1609227"/>
                    <a:pt x="233613" y="1446569"/>
                  </a:cubicBezTo>
                  <a:cubicBezTo>
                    <a:pt x="78599" y="1281743"/>
                    <a:pt x="0" y="1075710"/>
                    <a:pt x="0" y="828470"/>
                  </a:cubicBezTo>
                  <a:cubicBezTo>
                    <a:pt x="0" y="596412"/>
                    <a:pt x="74232" y="399054"/>
                    <a:pt x="222696" y="240733"/>
                  </a:cubicBezTo>
                </a:path>
              </a:pathLst>
            </a:custGeom>
            <a:solidFill>
              <a:schemeClr val="bg1"/>
            </a:solidFill>
            <a:ln w="21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610DDD3-73BA-F953-9B78-5CB7F2746BB0}"/>
                </a:ext>
              </a:extLst>
            </p:cNvPr>
            <p:cNvSpPr/>
            <p:nvPr/>
          </p:nvSpPr>
          <p:spPr>
            <a:xfrm>
              <a:off x="7736470" y="2586247"/>
              <a:ext cx="1211730" cy="1674289"/>
            </a:xfrm>
            <a:custGeom>
              <a:avLst/>
              <a:gdLst>
                <a:gd name="connsiteX0" fmla="*/ 0 w 1211730"/>
                <a:gd name="connsiteY0" fmla="*/ 1620071 h 1674289"/>
                <a:gd name="connsiteX1" fmla="*/ 218330 w 1211730"/>
                <a:gd name="connsiteY1" fmla="*/ 1561514 h 1674289"/>
                <a:gd name="connsiteX2" fmla="*/ 272912 w 1211730"/>
                <a:gd name="connsiteY2" fmla="*/ 1375000 h 1674289"/>
                <a:gd name="connsiteX3" fmla="*/ 272912 w 1211730"/>
                <a:gd name="connsiteY3" fmla="*/ 568218 h 1674289"/>
                <a:gd name="connsiteX4" fmla="*/ 240163 w 1211730"/>
                <a:gd name="connsiteY4" fmla="*/ 316640 h 1674289"/>
                <a:gd name="connsiteX5" fmla="*/ 117898 w 1211730"/>
                <a:gd name="connsiteY5" fmla="*/ 240733 h 1674289"/>
                <a:gd name="connsiteX6" fmla="*/ 69866 w 1211730"/>
                <a:gd name="connsiteY6" fmla="*/ 245071 h 1674289"/>
                <a:gd name="connsiteX7" fmla="*/ 6550 w 1211730"/>
                <a:gd name="connsiteY7" fmla="*/ 255915 h 1674289"/>
                <a:gd name="connsiteX8" fmla="*/ 6550 w 1211730"/>
                <a:gd name="connsiteY8" fmla="*/ 199527 h 1674289"/>
                <a:gd name="connsiteX9" fmla="*/ 218330 w 1211730"/>
                <a:gd name="connsiteY9" fmla="*/ 127957 h 1674289"/>
                <a:gd name="connsiteX10" fmla="*/ 368977 w 1211730"/>
                <a:gd name="connsiteY10" fmla="*/ 75907 h 1674289"/>
                <a:gd name="connsiteX11" fmla="*/ 554558 w 1211730"/>
                <a:gd name="connsiteY11" fmla="*/ 0 h 1674289"/>
                <a:gd name="connsiteX12" fmla="*/ 569841 w 1211730"/>
                <a:gd name="connsiteY12" fmla="*/ 8675 h 1674289"/>
                <a:gd name="connsiteX13" fmla="*/ 572025 w 1211730"/>
                <a:gd name="connsiteY13" fmla="*/ 49882 h 1674289"/>
                <a:gd name="connsiteX14" fmla="*/ 572025 w 1211730"/>
                <a:gd name="connsiteY14" fmla="*/ 344834 h 1674289"/>
                <a:gd name="connsiteX15" fmla="*/ 790354 w 1211730"/>
                <a:gd name="connsiteY15" fmla="*/ 95426 h 1674289"/>
                <a:gd name="connsiteX16" fmla="*/ 1008684 w 1211730"/>
                <a:gd name="connsiteY16" fmla="*/ 6506 h 1674289"/>
                <a:gd name="connsiteX17" fmla="*/ 1154965 w 1211730"/>
                <a:gd name="connsiteY17" fmla="*/ 60726 h 1674289"/>
                <a:gd name="connsiteX18" fmla="*/ 1211731 w 1211730"/>
                <a:gd name="connsiteY18" fmla="*/ 199527 h 1674289"/>
                <a:gd name="connsiteX19" fmla="*/ 1168065 w 1211730"/>
                <a:gd name="connsiteY19" fmla="*/ 323147 h 1674289"/>
                <a:gd name="connsiteX20" fmla="*/ 1061083 w 1211730"/>
                <a:gd name="connsiteY20" fmla="*/ 373028 h 1674289"/>
                <a:gd name="connsiteX21" fmla="*/ 927902 w 1211730"/>
                <a:gd name="connsiteY21" fmla="*/ 310134 h 1674289"/>
                <a:gd name="connsiteX22" fmla="*/ 823104 w 1211730"/>
                <a:gd name="connsiteY22" fmla="*/ 247240 h 1674289"/>
                <a:gd name="connsiteX23" fmla="*/ 672456 w 1211730"/>
                <a:gd name="connsiteY23" fmla="*/ 347003 h 1674289"/>
                <a:gd name="connsiteX24" fmla="*/ 582941 w 1211730"/>
                <a:gd name="connsiteY24" fmla="*/ 553036 h 1674289"/>
                <a:gd name="connsiteX25" fmla="*/ 582941 w 1211730"/>
                <a:gd name="connsiteY25" fmla="*/ 1351143 h 1674289"/>
                <a:gd name="connsiteX26" fmla="*/ 654990 w 1211730"/>
                <a:gd name="connsiteY26" fmla="*/ 1561514 h 1674289"/>
                <a:gd name="connsiteX27" fmla="*/ 895152 w 1211730"/>
                <a:gd name="connsiteY27" fmla="*/ 1615733 h 1674289"/>
                <a:gd name="connsiteX28" fmla="*/ 895152 w 1211730"/>
                <a:gd name="connsiteY28" fmla="*/ 1674290 h 1674289"/>
                <a:gd name="connsiteX29" fmla="*/ 4367 w 1211730"/>
                <a:gd name="connsiteY29" fmla="*/ 1674290 h 1674289"/>
                <a:gd name="connsiteX30" fmla="*/ 4367 w 1211730"/>
                <a:gd name="connsiteY30" fmla="*/ 1620071 h 1674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11730" h="1674289">
                  <a:moveTo>
                    <a:pt x="0" y="1620071"/>
                  </a:moveTo>
                  <a:cubicBezTo>
                    <a:pt x="109165" y="1611396"/>
                    <a:pt x="183397" y="1591877"/>
                    <a:pt x="218330" y="1561514"/>
                  </a:cubicBezTo>
                  <a:cubicBezTo>
                    <a:pt x="255446" y="1533320"/>
                    <a:pt x="272912" y="1470426"/>
                    <a:pt x="272912" y="1375000"/>
                  </a:cubicBezTo>
                  <a:lnTo>
                    <a:pt x="272912" y="568218"/>
                  </a:lnTo>
                  <a:cubicBezTo>
                    <a:pt x="272912" y="451104"/>
                    <a:pt x="261996" y="368691"/>
                    <a:pt x="240163" y="316640"/>
                  </a:cubicBezTo>
                  <a:cubicBezTo>
                    <a:pt x="218330" y="266759"/>
                    <a:pt x="176847" y="240733"/>
                    <a:pt x="117898" y="240733"/>
                  </a:cubicBezTo>
                  <a:cubicBezTo>
                    <a:pt x="104798" y="240733"/>
                    <a:pt x="89515" y="242902"/>
                    <a:pt x="69866" y="245071"/>
                  </a:cubicBezTo>
                  <a:cubicBezTo>
                    <a:pt x="50216" y="247240"/>
                    <a:pt x="28383" y="251577"/>
                    <a:pt x="6550" y="255915"/>
                  </a:cubicBezTo>
                  <a:lnTo>
                    <a:pt x="6550" y="199527"/>
                  </a:lnTo>
                  <a:cubicBezTo>
                    <a:pt x="74232" y="175670"/>
                    <a:pt x="146281" y="151814"/>
                    <a:pt x="218330" y="127957"/>
                  </a:cubicBezTo>
                  <a:cubicBezTo>
                    <a:pt x="290379" y="101932"/>
                    <a:pt x="340595" y="84582"/>
                    <a:pt x="368977" y="75907"/>
                  </a:cubicBezTo>
                  <a:cubicBezTo>
                    <a:pt x="427927" y="54219"/>
                    <a:pt x="491242" y="28194"/>
                    <a:pt x="554558" y="0"/>
                  </a:cubicBezTo>
                  <a:cubicBezTo>
                    <a:pt x="563291" y="0"/>
                    <a:pt x="567658" y="2169"/>
                    <a:pt x="569841" y="8675"/>
                  </a:cubicBezTo>
                  <a:cubicBezTo>
                    <a:pt x="572025" y="15181"/>
                    <a:pt x="572025" y="28194"/>
                    <a:pt x="572025" y="49882"/>
                  </a:cubicBezTo>
                  <a:lnTo>
                    <a:pt x="572025" y="344834"/>
                  </a:lnTo>
                  <a:cubicBezTo>
                    <a:pt x="646257" y="238565"/>
                    <a:pt x="720489" y="156151"/>
                    <a:pt x="790354" y="95426"/>
                  </a:cubicBezTo>
                  <a:cubicBezTo>
                    <a:pt x="860220" y="36869"/>
                    <a:pt x="932269" y="6506"/>
                    <a:pt x="1008684" y="6506"/>
                  </a:cubicBezTo>
                  <a:cubicBezTo>
                    <a:pt x="1067633" y="6506"/>
                    <a:pt x="1117849" y="23856"/>
                    <a:pt x="1154965" y="60726"/>
                  </a:cubicBezTo>
                  <a:cubicBezTo>
                    <a:pt x="1192081" y="97595"/>
                    <a:pt x="1211731" y="143139"/>
                    <a:pt x="1211731" y="199527"/>
                  </a:cubicBezTo>
                  <a:cubicBezTo>
                    <a:pt x="1211731" y="249408"/>
                    <a:pt x="1196448" y="290615"/>
                    <a:pt x="1168065" y="323147"/>
                  </a:cubicBezTo>
                  <a:cubicBezTo>
                    <a:pt x="1139682" y="355678"/>
                    <a:pt x="1102566" y="373028"/>
                    <a:pt x="1061083" y="373028"/>
                  </a:cubicBezTo>
                  <a:cubicBezTo>
                    <a:pt x="1017417" y="373028"/>
                    <a:pt x="971568" y="351341"/>
                    <a:pt x="927902" y="310134"/>
                  </a:cubicBezTo>
                  <a:cubicBezTo>
                    <a:pt x="882053" y="268927"/>
                    <a:pt x="847120" y="247240"/>
                    <a:pt x="823104" y="247240"/>
                  </a:cubicBezTo>
                  <a:cubicBezTo>
                    <a:pt x="781621" y="247240"/>
                    <a:pt x="731405" y="281940"/>
                    <a:pt x="672456" y="347003"/>
                  </a:cubicBezTo>
                  <a:cubicBezTo>
                    <a:pt x="613507" y="414235"/>
                    <a:pt x="582941" y="483636"/>
                    <a:pt x="582941" y="553036"/>
                  </a:cubicBezTo>
                  <a:lnTo>
                    <a:pt x="582941" y="1351143"/>
                  </a:lnTo>
                  <a:cubicBezTo>
                    <a:pt x="582941" y="1450907"/>
                    <a:pt x="606957" y="1522476"/>
                    <a:pt x="654990" y="1561514"/>
                  </a:cubicBezTo>
                  <a:cubicBezTo>
                    <a:pt x="703022" y="1600552"/>
                    <a:pt x="783804" y="1620071"/>
                    <a:pt x="895152" y="1615733"/>
                  </a:cubicBezTo>
                  <a:lnTo>
                    <a:pt x="895152" y="1674290"/>
                  </a:lnTo>
                  <a:lnTo>
                    <a:pt x="4367" y="1674290"/>
                  </a:lnTo>
                  <a:lnTo>
                    <a:pt x="4367" y="1620071"/>
                  </a:lnTo>
                  <a:close/>
                </a:path>
              </a:pathLst>
            </a:custGeom>
            <a:solidFill>
              <a:schemeClr val="bg1"/>
            </a:solidFill>
            <a:ln w="21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992D36B-788A-2D89-AF96-C65CF364E0D7}"/>
                </a:ext>
              </a:extLst>
            </p:cNvPr>
            <p:cNvSpPr/>
            <p:nvPr/>
          </p:nvSpPr>
          <p:spPr>
            <a:xfrm>
              <a:off x="9039900" y="2592186"/>
              <a:ext cx="871135" cy="1670519"/>
            </a:xfrm>
            <a:custGeom>
              <a:avLst/>
              <a:gdLst>
                <a:gd name="connsiteX0" fmla="*/ 585124 w 871135"/>
                <a:gd name="connsiteY0" fmla="*/ 567 h 1670519"/>
                <a:gd name="connsiteX1" fmla="*/ 598224 w 871135"/>
                <a:gd name="connsiteY1" fmla="*/ 26592 h 1670519"/>
                <a:gd name="connsiteX2" fmla="*/ 598224 w 871135"/>
                <a:gd name="connsiteY2" fmla="*/ 1301829 h 1670519"/>
                <a:gd name="connsiteX3" fmla="*/ 648439 w 871135"/>
                <a:gd name="connsiteY3" fmla="*/ 1553406 h 1670519"/>
                <a:gd name="connsiteX4" fmla="*/ 871136 w 871135"/>
                <a:gd name="connsiteY4" fmla="*/ 1618469 h 1670519"/>
                <a:gd name="connsiteX5" fmla="*/ 871136 w 871135"/>
                <a:gd name="connsiteY5" fmla="*/ 1670520 h 1670519"/>
                <a:gd name="connsiteX6" fmla="*/ 0 w 871135"/>
                <a:gd name="connsiteY6" fmla="*/ 1670520 h 1670519"/>
                <a:gd name="connsiteX7" fmla="*/ 0 w 871135"/>
                <a:gd name="connsiteY7" fmla="*/ 1618469 h 1670519"/>
                <a:gd name="connsiteX8" fmla="*/ 242346 w 871135"/>
                <a:gd name="connsiteY8" fmla="*/ 1555575 h 1670519"/>
                <a:gd name="connsiteX9" fmla="*/ 292562 w 871135"/>
                <a:gd name="connsiteY9" fmla="*/ 1303998 h 1670519"/>
                <a:gd name="connsiteX10" fmla="*/ 292562 w 871135"/>
                <a:gd name="connsiteY10" fmla="*/ 445165 h 1670519"/>
                <a:gd name="connsiteX11" fmla="*/ 277279 w 871135"/>
                <a:gd name="connsiteY11" fmla="*/ 286845 h 1670519"/>
                <a:gd name="connsiteX12" fmla="*/ 165931 w 871135"/>
                <a:gd name="connsiteY12" fmla="*/ 213107 h 1670519"/>
                <a:gd name="connsiteX13" fmla="*/ 128814 w 871135"/>
                <a:gd name="connsiteY13" fmla="*/ 217444 h 1670519"/>
                <a:gd name="connsiteX14" fmla="*/ 21833 w 871135"/>
                <a:gd name="connsiteY14" fmla="*/ 245638 h 1670519"/>
                <a:gd name="connsiteX15" fmla="*/ 21833 w 871135"/>
                <a:gd name="connsiteY15" fmla="*/ 176238 h 1670519"/>
                <a:gd name="connsiteX16" fmla="*/ 585124 w 871135"/>
                <a:gd name="connsiteY16" fmla="*/ 567 h 167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71135" h="1670519">
                  <a:moveTo>
                    <a:pt x="585124" y="567"/>
                  </a:moveTo>
                  <a:cubicBezTo>
                    <a:pt x="600407" y="-3770"/>
                    <a:pt x="598224" y="17917"/>
                    <a:pt x="598224" y="26592"/>
                  </a:cubicBezTo>
                  <a:lnTo>
                    <a:pt x="598224" y="1301829"/>
                  </a:lnTo>
                  <a:cubicBezTo>
                    <a:pt x="598224" y="1436292"/>
                    <a:pt x="613507" y="1520874"/>
                    <a:pt x="648439" y="1553406"/>
                  </a:cubicBezTo>
                  <a:cubicBezTo>
                    <a:pt x="681189" y="1588106"/>
                    <a:pt x="755421" y="1609794"/>
                    <a:pt x="871136" y="1618469"/>
                  </a:cubicBezTo>
                  <a:lnTo>
                    <a:pt x="871136" y="1670520"/>
                  </a:lnTo>
                  <a:lnTo>
                    <a:pt x="0" y="1670520"/>
                  </a:lnTo>
                  <a:lnTo>
                    <a:pt x="0" y="1618469"/>
                  </a:lnTo>
                  <a:cubicBezTo>
                    <a:pt x="128814" y="1607625"/>
                    <a:pt x="209597" y="1585938"/>
                    <a:pt x="242346" y="1555575"/>
                  </a:cubicBezTo>
                  <a:cubicBezTo>
                    <a:pt x="275096" y="1525212"/>
                    <a:pt x="292562" y="1440630"/>
                    <a:pt x="292562" y="1303998"/>
                  </a:cubicBezTo>
                  <a:lnTo>
                    <a:pt x="292562" y="445165"/>
                  </a:lnTo>
                  <a:cubicBezTo>
                    <a:pt x="292562" y="369258"/>
                    <a:pt x="288195" y="315039"/>
                    <a:pt x="277279" y="286845"/>
                  </a:cubicBezTo>
                  <a:cubicBezTo>
                    <a:pt x="259812" y="239132"/>
                    <a:pt x="222696" y="213107"/>
                    <a:pt x="165931" y="213107"/>
                  </a:cubicBezTo>
                  <a:cubicBezTo>
                    <a:pt x="152831" y="213107"/>
                    <a:pt x="139731" y="215275"/>
                    <a:pt x="128814" y="217444"/>
                  </a:cubicBezTo>
                  <a:cubicBezTo>
                    <a:pt x="115715" y="219613"/>
                    <a:pt x="80782" y="230457"/>
                    <a:pt x="21833" y="245638"/>
                  </a:cubicBezTo>
                  <a:lnTo>
                    <a:pt x="21833" y="176238"/>
                  </a:lnTo>
                  <a:cubicBezTo>
                    <a:pt x="19650" y="176238"/>
                    <a:pt x="275096" y="95993"/>
                    <a:pt x="585124" y="567"/>
                  </a:cubicBezTo>
                </a:path>
              </a:pathLst>
            </a:custGeom>
            <a:solidFill>
              <a:schemeClr val="bg1"/>
            </a:solidFill>
            <a:ln w="21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93614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A49E5-2266-BA49-A5CB-E2DD54003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6880" y="1219204"/>
            <a:ext cx="11318240" cy="4957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Placeholder 14">
            <a:extLst>
              <a:ext uri="{FF2B5EF4-FFF2-40B4-BE49-F238E27FC236}">
                <a16:creationId xmlns:a16="http://schemas.microsoft.com/office/drawing/2014/main" id="{59AD7F18-9943-F74B-B8F3-DCB83DAE8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0" y="252932"/>
            <a:ext cx="11318240" cy="678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CBB924AD-F9D8-567D-9653-08615859A886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09684" y="6516233"/>
            <a:ext cx="520050" cy="2294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AB4A77-0C1D-4994-3790-CBE693D4D68F}"/>
              </a:ext>
            </a:extLst>
          </p:cNvPr>
          <p:cNvSpPr txBox="1"/>
          <p:nvPr userDrawn="1"/>
        </p:nvSpPr>
        <p:spPr>
          <a:xfrm>
            <a:off x="378371" y="6510682"/>
            <a:ext cx="1219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tx2"/>
                </a:solidFill>
              </a:rPr>
              <a:t>confidential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B5F51E0-40AF-C444-9C56-61DC2DDC388E}"/>
              </a:ext>
            </a:extLst>
          </p:cNvPr>
          <p:cNvCxnSpPr/>
          <p:nvPr userDrawn="1"/>
        </p:nvCxnSpPr>
        <p:spPr>
          <a:xfrm>
            <a:off x="0" y="6401353"/>
            <a:ext cx="12192000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4551AB-B8B8-C335-A5EA-7F8CE4B2D7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50817" y="64589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  <a:latin typeface="AktivGrotesk-Light" panose="020B0404020202020204"/>
              </a:defRPr>
            </a:lvl1pPr>
          </a:lstStyle>
          <a:p>
            <a:fld id="{D473DE9E-34EC-43A9-8A5F-8FF859B16AB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975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31" r:id="rId2"/>
    <p:sldLayoutId id="2147483733" r:id="rId3"/>
    <p:sldLayoutId id="2147483735" r:id="rId4"/>
    <p:sldLayoutId id="2147483691" r:id="rId5"/>
    <p:sldLayoutId id="2147483730" r:id="rId6"/>
    <p:sldLayoutId id="2147483734" r:id="rId7"/>
    <p:sldLayoutId id="2147483732" r:id="rId8"/>
    <p:sldLayoutId id="2147483677" r:id="rId9"/>
    <p:sldLayoutId id="2147483709" r:id="rId10"/>
    <p:sldLayoutId id="2147483720" r:id="rId11"/>
    <p:sldLayoutId id="2147483690" r:id="rId12"/>
    <p:sldLayoutId id="2147483692" r:id="rId13"/>
    <p:sldLayoutId id="2147483725" r:id="rId14"/>
    <p:sldLayoutId id="2147483723" r:id="rId15"/>
    <p:sldLayoutId id="2147483724" r:id="rId16"/>
    <p:sldLayoutId id="2147483727" r:id="rId17"/>
    <p:sldLayoutId id="2147483669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 spc="-150">
          <a:solidFill>
            <a:srgbClr val="7F7F7F"/>
          </a:solidFill>
          <a:latin typeface="AktivGrotesk-Regular" panose="020B0504020202020204"/>
          <a:ea typeface="AktivGrotesk-Regular" panose="020B0504020202020204"/>
          <a:cs typeface="AktivGrotesk-Regular" panose="020B0504020202020204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600" b="0" i="0" kern="1200">
          <a:solidFill>
            <a:schemeClr val="bg1">
              <a:lumMod val="50000"/>
            </a:schemeClr>
          </a:solidFill>
          <a:latin typeface="AktivGrotesk-Light" panose="020B0404020202020204" pitchFamily="34" charset="0"/>
          <a:ea typeface="AktivGrotesk-Light" panose="020B0404020202020204" pitchFamily="34" charset="0"/>
          <a:cs typeface="AktivGrotesk-Light" panose="020B0404020202020204" pitchFamily="34" charset="0"/>
        </a:defRPr>
      </a:lvl1pPr>
      <a:lvl2pPr marL="228600" indent="-223838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sz="1600" b="0" i="0" kern="1200">
          <a:solidFill>
            <a:schemeClr val="bg1">
              <a:lumMod val="50000"/>
            </a:schemeClr>
          </a:solidFill>
          <a:latin typeface="AktivGrotesk-Light" panose="020B0404020202020204" pitchFamily="34" charset="0"/>
          <a:ea typeface="AktivGrotesk-Light" panose="020B0404020202020204" pitchFamily="34" charset="0"/>
          <a:cs typeface="AktivGrotesk-Light" panose="020B0404020202020204" pitchFamily="34" charset="0"/>
        </a:defRPr>
      </a:lvl2pPr>
      <a:lvl3pPr marL="457200" indent="-223838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sz="1600" b="0" i="0" kern="1200">
          <a:solidFill>
            <a:schemeClr val="bg1">
              <a:lumMod val="50000"/>
            </a:schemeClr>
          </a:solidFill>
          <a:latin typeface="AktivGrotesk-Light" panose="020B0404020202020204" pitchFamily="34" charset="0"/>
          <a:ea typeface="AktivGrotesk-Light" panose="020B0404020202020204" pitchFamily="34" charset="0"/>
          <a:cs typeface="AktivGrotesk-Light" panose="020B0404020202020204" pitchFamily="34" charset="0"/>
        </a:defRPr>
      </a:lvl3pPr>
      <a:lvl4pPr marL="685800" indent="-223838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sz="1600" b="0" i="0" kern="1200">
          <a:solidFill>
            <a:schemeClr val="bg1">
              <a:lumMod val="50000"/>
            </a:schemeClr>
          </a:solidFill>
          <a:latin typeface="AktivGrotesk-Light" panose="020B0404020202020204" pitchFamily="34" charset="0"/>
          <a:ea typeface="AktivGrotesk-Light" panose="020B0404020202020204" pitchFamily="34" charset="0"/>
          <a:cs typeface="AktivGrotesk-Light" panose="020B0404020202020204" pitchFamily="34" charset="0"/>
        </a:defRPr>
      </a:lvl4pPr>
      <a:lvl5pPr marL="914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sz="1600" b="0" i="0" kern="1200">
          <a:solidFill>
            <a:schemeClr val="bg1">
              <a:lumMod val="50000"/>
            </a:schemeClr>
          </a:solidFill>
          <a:latin typeface="AktivGrotesk-Light" panose="020B0404020202020204" pitchFamily="34" charset="0"/>
          <a:ea typeface="AktivGrotesk-Light" panose="020B0404020202020204" pitchFamily="34" charset="0"/>
          <a:cs typeface="AktivGrotesk-Light" panose="020B04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13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39.png"/><Relationship Id="rId12" Type="http://schemas.openxmlformats.org/officeDocument/2006/relationships/slide" Target="slide30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Relationship Id="rId6" Type="http://schemas.openxmlformats.org/officeDocument/2006/relationships/slide" Target="slide27.xml"/><Relationship Id="rId11" Type="http://schemas.openxmlformats.org/officeDocument/2006/relationships/image" Target="../media/image41.png"/><Relationship Id="rId5" Type="http://schemas.openxmlformats.org/officeDocument/2006/relationships/image" Target="../media/image38.png"/><Relationship Id="rId10" Type="http://schemas.openxmlformats.org/officeDocument/2006/relationships/slide" Target="slide29.xml"/><Relationship Id="rId4" Type="http://schemas.openxmlformats.org/officeDocument/2006/relationships/slide" Target="slide26.xml"/><Relationship Id="rId9" Type="http://schemas.openxmlformats.org/officeDocument/2006/relationships/image" Target="../media/image40.png"/><Relationship Id="rId14" Type="http://schemas.openxmlformats.org/officeDocument/2006/relationships/slide" Target="slide3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wave in the ocean&#10;&#10;Description automatically generated">
            <a:extLst>
              <a:ext uri="{FF2B5EF4-FFF2-40B4-BE49-F238E27FC236}">
                <a16:creationId xmlns:a16="http://schemas.microsoft.com/office/drawing/2014/main" id="{1153E43D-4903-524F-8D60-5FFDC9D5BF7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75" t="8083" r="11628"/>
          <a:stretch/>
        </p:blipFill>
        <p:spPr>
          <a:xfrm>
            <a:off x="6096000" y="0"/>
            <a:ext cx="6091635" cy="6858000"/>
          </a:xfr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BF06E9-CC50-CD40-B54F-C99CC7CC73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5041" y="3576578"/>
            <a:ext cx="5472714" cy="1038965"/>
          </a:xfrm>
        </p:spPr>
        <p:txBody>
          <a:bodyPr>
            <a:normAutofit/>
          </a:bodyPr>
          <a:lstStyle/>
          <a:p>
            <a:r>
              <a:rPr lang="en-US"/>
              <a:t>AI/ML Science Team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CD59E1-FB1B-5948-820A-B994C5B8C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Review Analysis Dashboard v1.1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B50767C7-6CF7-6AB0-C908-702848F43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0">
            <a:off x="3733800" y="4241800"/>
            <a:ext cx="1993900" cy="199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597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F2DD2-F002-97B0-EC12-32719B6F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0" y="252932"/>
            <a:ext cx="11318240" cy="678484"/>
          </a:xfrm>
        </p:spPr>
        <p:txBody>
          <a:bodyPr anchor="ctr">
            <a:normAutofit/>
          </a:bodyPr>
          <a:lstStyle/>
          <a:p>
            <a:r>
              <a:rPr lang="en-US" sz="4100"/>
              <a:t>Project Goal – Amplify the voice of the Consumer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794E17D-396A-EA15-E6DC-620EFB934F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3903" y="952183"/>
            <a:ext cx="11318239" cy="269851"/>
          </a:xfrm>
        </p:spPr>
        <p:txBody>
          <a:bodyPr>
            <a:normAutofit fontScale="55000" lnSpcReduction="20000"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C167F4-6DB1-F5FB-474C-F6A636AA354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011919" y="6458925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73DE9E-34EC-43A9-8A5F-8FF859B16AB6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10" name="Content Placeholder 7">
            <a:extLst>
              <a:ext uri="{FF2B5EF4-FFF2-40B4-BE49-F238E27FC236}">
                <a16:creationId xmlns:a16="http://schemas.microsoft.com/office/drawing/2014/main" id="{8F574ED0-6FF8-8167-CD16-F56EC1112734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74983176"/>
              </p:ext>
            </p:extLst>
          </p:nvPr>
        </p:nvGraphicFramePr>
        <p:xfrm>
          <a:off x="433904" y="1408386"/>
          <a:ext cx="11318240" cy="4505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9619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48E357-D7AC-6E76-A591-D659AFC14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0" y="252932"/>
            <a:ext cx="11318240" cy="678484"/>
          </a:xfrm>
        </p:spPr>
        <p:txBody>
          <a:bodyPr anchor="ctr">
            <a:normAutofit/>
          </a:bodyPr>
          <a:lstStyle/>
          <a:p>
            <a:r>
              <a:rPr lang="en-US" sz="4100"/>
              <a:t>Initial Processing Phase – Load CSV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A5E5B5-5B69-6253-93A6-BCD39691409B}"/>
              </a:ext>
            </a:extLst>
          </p:cNvPr>
          <p:cNvSpPr txBox="1"/>
          <p:nvPr/>
        </p:nvSpPr>
        <p:spPr>
          <a:xfrm>
            <a:off x="433904" y="1124607"/>
            <a:ext cx="5563870" cy="4808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0" i="0" kern="1200">
                <a:solidFill>
                  <a:schemeClr val="bg1">
                    <a:lumMod val="50000"/>
                  </a:schemeClr>
                </a:solidFill>
              </a:rPr>
              <a:t>Review Analysis Engine allows upload of a CSV file with reviews</a:t>
            </a:r>
          </a:p>
          <a:p>
            <a:pPr marL="742950" lvl="2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0" i="0" kern="1200">
                <a:solidFill>
                  <a:schemeClr val="bg1">
                    <a:lumMod val="50000"/>
                  </a:schemeClr>
                </a:solidFill>
              </a:rPr>
              <a:t>It assumes the CSV has columns for:</a:t>
            </a:r>
          </a:p>
          <a:p>
            <a:pPr marL="742950" lvl="3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0" i="0" kern="1200">
                <a:solidFill>
                  <a:schemeClr val="bg1">
                    <a:lumMod val="50000"/>
                  </a:schemeClr>
                </a:solidFill>
              </a:rPr>
              <a:t>Date</a:t>
            </a:r>
          </a:p>
          <a:p>
            <a:pPr marL="742950" lvl="3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0" i="0" kern="1200">
                <a:solidFill>
                  <a:schemeClr val="bg1">
                    <a:lumMod val="50000"/>
                  </a:schemeClr>
                </a:solidFill>
              </a:rPr>
              <a:t>Product Identifier (i.e. SKU)</a:t>
            </a:r>
          </a:p>
          <a:p>
            <a:pPr marL="742950" lvl="3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0" i="0" kern="1200">
                <a:solidFill>
                  <a:schemeClr val="bg1">
                    <a:lumMod val="50000"/>
                  </a:schemeClr>
                </a:solidFill>
              </a:rPr>
              <a:t>Numeric Rating</a:t>
            </a:r>
          </a:p>
          <a:p>
            <a:pPr marL="742950" lvl="3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0" i="0" kern="1200">
                <a:solidFill>
                  <a:schemeClr val="bg1">
                    <a:lumMod val="50000"/>
                  </a:schemeClr>
                </a:solidFill>
              </a:rPr>
              <a:t>Review Date</a:t>
            </a:r>
          </a:p>
          <a:p>
            <a:pPr marL="742950" lvl="3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0" i="0" kern="1200">
                <a:solidFill>
                  <a:schemeClr val="bg1">
                    <a:lumMod val="50000"/>
                  </a:schemeClr>
                </a:solidFill>
              </a:rPr>
              <a:t>Review Text</a:t>
            </a:r>
          </a:p>
          <a:p>
            <a:pPr marL="742950" lvl="3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0" i="0" kern="1200">
                <a:solidFill>
                  <a:schemeClr val="bg1">
                    <a:lumMod val="50000"/>
                  </a:schemeClr>
                </a:solidFill>
              </a:rPr>
              <a:t>Review Title (optional)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51F737-1AE3-0FEB-0111-AC3048A6442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50817" y="6458925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473DE9E-34EC-43A9-8A5F-8FF859B16AB6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42445E6-EBEF-CD36-7ABB-2E27FEF3CD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273" b="-1"/>
          <a:stretch>
            <a:fillRect/>
          </a:stretch>
        </p:blipFill>
        <p:spPr>
          <a:xfrm>
            <a:off x="6188274" y="1124607"/>
            <a:ext cx="5563870" cy="48088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87892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F8CC4-345C-BB21-6AA5-3345BE11C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F696CA-142D-8764-D018-7F425012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0" y="252932"/>
            <a:ext cx="11318240" cy="6784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100" b="0" i="0" kern="1200" spc="-150">
                <a:latin typeface="AktivGrotesk-Regular" panose="020B0504020202020204"/>
                <a:ea typeface="AktivGrotesk-Regular" panose="020B0504020202020204"/>
                <a:cs typeface="AktivGrotesk-Regular" panose="020B0504020202020204"/>
              </a:rPr>
              <a:t>Initial Processing Phase – Mapping CSV Fields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C1CC0D-840E-3FB4-63D4-CA60B3F88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269" y="1779617"/>
            <a:ext cx="8430875" cy="3498812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D35758-8D44-9E93-C68C-5BD2023ED83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50817" y="6458925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473DE9E-34EC-43A9-8A5F-8FF859B16AB6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B23C9A-4D48-C395-D38D-74473608EE76}"/>
              </a:ext>
            </a:extLst>
          </p:cNvPr>
          <p:cNvSpPr txBox="1"/>
          <p:nvPr/>
        </p:nvSpPr>
        <p:spPr>
          <a:xfrm>
            <a:off x="436563" y="1123950"/>
            <a:ext cx="2737561" cy="4810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0" i="0" kern="1200">
                <a:solidFill>
                  <a:schemeClr val="bg1">
                    <a:lumMod val="50000"/>
                  </a:schemeClr>
                </a:solidFill>
                <a:latin typeface="AktivGrotesk-Light" panose="020B0404020202020204" pitchFamily="34" charset="0"/>
                <a:ea typeface="AktivGrotesk-Light" panose="020B0404020202020204" pitchFamily="34" charset="0"/>
                <a:cs typeface="AktivGrotesk-Light" panose="020B0404020202020204" pitchFamily="34" charset="0"/>
              </a:rPr>
              <a:t>AI is used to make an initial mapping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ktivGrotesk-Light" panose="020B0404020202020204" pitchFamily="34" charset="0"/>
                <a:ea typeface="AktivGrotesk-Light" panose="020B0404020202020204" pitchFamily="34" charset="0"/>
                <a:cs typeface="AktivGrotesk-Light" panose="020B0404020202020204" pitchFamily="34" charset="0"/>
              </a:rPr>
              <a:t>User can over-ride each mapping</a:t>
            </a:r>
            <a:endParaRPr lang="en-US" sz="1600" b="0" i="0" kern="1200">
              <a:solidFill>
                <a:schemeClr val="bg1">
                  <a:lumMod val="50000"/>
                </a:schemeClr>
              </a:solidFill>
              <a:latin typeface="AktivGrotesk-Light" panose="020B0404020202020204" pitchFamily="34" charset="0"/>
              <a:ea typeface="AktivGrotesk-Light" panose="020B0404020202020204" pitchFamily="34" charset="0"/>
              <a:cs typeface="AktivGrotesk-Light" panose="020B04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544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39EB7-D8A8-777B-0990-76C8D70CB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98EC3C-FDB6-1B3F-D6F0-762BDBD65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0" y="252932"/>
            <a:ext cx="11318240" cy="6784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100" b="0" i="0" kern="1200" spc="-150">
                <a:latin typeface="AktivGrotesk-Regular" panose="020B0504020202020204"/>
                <a:ea typeface="AktivGrotesk-Regular" panose="020B0504020202020204"/>
                <a:cs typeface="AktivGrotesk-Regular" panose="020B0504020202020204"/>
              </a:rPr>
              <a:t>Initial Processing Phase – Problem Categories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FC2F46-B114-54C2-4F23-1BE72A5F5EB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50817" y="6458925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473DE9E-34EC-43A9-8A5F-8FF859B16AB6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7BD5B2-5F67-F6E6-5A8A-E2498C2837D5}"/>
              </a:ext>
            </a:extLst>
          </p:cNvPr>
          <p:cNvSpPr txBox="1"/>
          <p:nvPr/>
        </p:nvSpPr>
        <p:spPr>
          <a:xfrm>
            <a:off x="436563" y="1123950"/>
            <a:ext cx="2737561" cy="4810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0" i="0" kern="1200">
                <a:solidFill>
                  <a:schemeClr val="bg1">
                    <a:lumMod val="50000"/>
                  </a:schemeClr>
                </a:solidFill>
                <a:latin typeface="AktivGrotesk-Light" panose="020B0404020202020204" pitchFamily="34" charset="0"/>
                <a:ea typeface="AktivGrotesk-Light" panose="020B0404020202020204" pitchFamily="34" charset="0"/>
                <a:cs typeface="AktivGrotesk-Light" panose="020B0404020202020204" pitchFamily="34" charset="0"/>
              </a:rPr>
              <a:t>User can select what Problem categories they are interested in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0" i="0" kern="1200">
                <a:solidFill>
                  <a:schemeClr val="bg1">
                    <a:lumMod val="50000"/>
                  </a:schemeClr>
                </a:solidFill>
                <a:latin typeface="AktivGrotesk-Light" panose="020B0404020202020204" pitchFamily="34" charset="0"/>
                <a:ea typeface="AktivGrotesk-Light" panose="020B0404020202020204" pitchFamily="34" charset="0"/>
                <a:cs typeface="AktivGrotesk-Light" panose="020B0404020202020204" pitchFamily="34" charset="0"/>
              </a:rPr>
              <a:t>Problem categories are arbitrary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A2900-4C01-D794-B55A-1EE12D853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8904" y="1784218"/>
            <a:ext cx="7772400" cy="328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446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5C0C0-4CE7-C834-1798-34C6F4090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87F9C2-A133-0373-A3F4-B95D66524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0" y="252932"/>
            <a:ext cx="11318240" cy="6784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100" b="0" i="0" kern="1200" spc="-150">
                <a:latin typeface="AktivGrotesk-Regular" panose="020B0504020202020204"/>
                <a:ea typeface="AktivGrotesk-Regular" panose="020B0504020202020204"/>
                <a:cs typeface="AktivGrotesk-Regular" panose="020B0504020202020204"/>
              </a:rPr>
              <a:t>Initial Processing Phase – Process via LLM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FE38F5-27A4-F211-EF2D-3EBE330ED47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50817" y="6458925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473DE9E-34EC-43A9-8A5F-8FF859B16AB6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7EA849-0E9F-6AEA-3A0D-9210C047B64C}"/>
              </a:ext>
            </a:extLst>
          </p:cNvPr>
          <p:cNvSpPr txBox="1"/>
          <p:nvPr/>
        </p:nvSpPr>
        <p:spPr>
          <a:xfrm>
            <a:off x="436563" y="1123950"/>
            <a:ext cx="2737561" cy="4810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0" i="0" kern="1200">
                <a:solidFill>
                  <a:schemeClr val="bg1">
                    <a:lumMod val="50000"/>
                  </a:schemeClr>
                </a:solidFill>
                <a:latin typeface="AktivGrotesk-Light" panose="020B0404020202020204" pitchFamily="34" charset="0"/>
                <a:ea typeface="AktivGrotesk-Light" panose="020B0404020202020204" pitchFamily="34" charset="0"/>
                <a:cs typeface="AktivGrotesk-Light" panose="020B0404020202020204" pitchFamily="34" charset="0"/>
              </a:rPr>
              <a:t>User can run a test with a small number rows to make sure all is set up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0" i="0" kern="1200">
                <a:solidFill>
                  <a:schemeClr val="bg1">
                    <a:lumMod val="50000"/>
                  </a:schemeClr>
                </a:solidFill>
                <a:latin typeface="AktivGrotesk-Light" panose="020B0404020202020204" pitchFamily="34" charset="0"/>
                <a:ea typeface="AktivGrotesk-Light" panose="020B0404020202020204" pitchFamily="34" charset="0"/>
                <a:cs typeface="AktivGrotesk-Light" panose="020B0404020202020204" pitchFamily="34" charset="0"/>
              </a:rPr>
              <a:t>Date Range filter can cut down the incoming CSV to an appropriate selection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0" i="0" kern="1200">
                <a:solidFill>
                  <a:schemeClr val="bg1">
                    <a:lumMod val="50000"/>
                  </a:schemeClr>
                </a:solidFill>
                <a:latin typeface="AktivGrotesk-Light" panose="020B0404020202020204" pitchFamily="34" charset="0"/>
                <a:ea typeface="AktivGrotesk-Light" panose="020B0404020202020204" pitchFamily="34" charset="0"/>
                <a:cs typeface="AktivGrotesk-Light" panose="020B0404020202020204" pitchFamily="34" charset="0"/>
              </a:rPr>
              <a:t>When testing is completed, the user selects “Run Full Analysis”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ktivGrotesk-Light" panose="020B0404020202020204" pitchFamily="34" charset="0"/>
                <a:ea typeface="AktivGrotesk-Light" panose="020B0404020202020204" pitchFamily="34" charset="0"/>
                <a:cs typeface="AktivGrotesk-Light" panose="020B0404020202020204" pitchFamily="34" charset="0"/>
              </a:rPr>
              <a:t>The analysis runs and the processed input is saved to a CSV; Summar stats are produced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0" i="0" kern="1200">
                <a:solidFill>
                  <a:schemeClr val="bg1">
                    <a:lumMod val="50000"/>
                  </a:schemeClr>
                </a:solidFill>
                <a:latin typeface="AktivGrotesk-Light" panose="020B0404020202020204" pitchFamily="34" charset="0"/>
                <a:ea typeface="AktivGrotesk-Light" panose="020B0404020202020204" pitchFamily="34" charset="0"/>
                <a:cs typeface="AktivGrotesk-Light" panose="020B0404020202020204" pitchFamily="34" charset="0"/>
              </a:rPr>
              <a:t>This CSV is input to the analysis dashboard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67092B-DE7D-8497-35B1-0A505C097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355" y="931416"/>
            <a:ext cx="7772400" cy="557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562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4625D-54F0-239B-86A9-A4FDFCF75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619BA4-7AF6-928E-E6E9-7971BA970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0" y="252932"/>
            <a:ext cx="11318240" cy="6784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100" b="0" i="0" kern="1200" spc="-150">
                <a:latin typeface="AktivGrotesk-Regular" panose="020B0504020202020204"/>
                <a:ea typeface="AktivGrotesk-Regular" panose="020B0504020202020204"/>
                <a:cs typeface="AktivGrotesk-Regular" panose="020B0504020202020204"/>
              </a:rPr>
              <a:t>Analysis Dashboard – Process via LLM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EF6EA5-141C-6CBF-C3BE-DB978DD357E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50817" y="6458925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473DE9E-34EC-43A9-8A5F-8FF859B16AB6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6E70CC-291E-7B09-E2E5-8AF6DBBEB683}"/>
              </a:ext>
            </a:extLst>
          </p:cNvPr>
          <p:cNvSpPr txBox="1"/>
          <p:nvPr/>
        </p:nvSpPr>
        <p:spPr>
          <a:xfrm>
            <a:off x="436563" y="1123950"/>
            <a:ext cx="2737561" cy="4810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0" i="0" kern="1200">
                <a:solidFill>
                  <a:schemeClr val="bg1">
                    <a:lumMod val="50000"/>
                  </a:schemeClr>
                </a:solidFill>
                <a:latin typeface="AktivGrotesk-Light" panose="020B0404020202020204" pitchFamily="34" charset="0"/>
                <a:ea typeface="AktivGrotesk-Light" panose="020B0404020202020204" pitchFamily="34" charset="0"/>
                <a:cs typeface="AktivGrotesk-Light" panose="020B0404020202020204" pitchFamily="34" charset="0"/>
              </a:rPr>
              <a:t>User selects 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ktivGrotesk-Light" panose="020B0404020202020204" pitchFamily="34" charset="0"/>
                <a:ea typeface="AktivGrotesk-Light" panose="020B0404020202020204" pitchFamily="34" charset="0"/>
                <a:cs typeface="AktivGrotesk-Light" panose="020B0404020202020204" pitchFamily="34" charset="0"/>
              </a:rPr>
              <a:t>a processed file</a:t>
            </a:r>
            <a:endParaRPr lang="en-US" sz="1600" b="0" i="0" kern="1200">
              <a:solidFill>
                <a:schemeClr val="bg1">
                  <a:lumMod val="50000"/>
                </a:schemeClr>
              </a:solidFill>
              <a:latin typeface="AktivGrotesk-Light" panose="020B0404020202020204" pitchFamily="34" charset="0"/>
              <a:ea typeface="AktivGrotesk-Light" panose="020B0404020202020204" pitchFamily="34" charset="0"/>
              <a:cs typeface="AktivGrotesk-Light" panose="020B0404020202020204" pitchFamily="34" charset="0"/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0" i="0" kern="1200">
                <a:solidFill>
                  <a:schemeClr val="bg1">
                    <a:lumMod val="50000"/>
                  </a:schemeClr>
                </a:solidFill>
                <a:latin typeface="AktivGrotesk-Light" panose="020B0404020202020204" pitchFamily="34" charset="0"/>
                <a:ea typeface="AktivGrotesk-Light" panose="020B0404020202020204" pitchFamily="34" charset="0"/>
                <a:cs typeface="AktivGrotesk-Light" panose="020B0404020202020204" pitchFamily="34" charset="0"/>
              </a:rPr>
              <a:t>There’s a data preview dropdown to do a quick check of the data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0" i="0" kern="1200">
                <a:solidFill>
                  <a:schemeClr val="bg1">
                    <a:lumMod val="50000"/>
                  </a:schemeClr>
                </a:solidFill>
                <a:latin typeface="AktivGrotesk-Light" panose="020B0404020202020204" pitchFamily="34" charset="0"/>
                <a:ea typeface="AktivGrotesk-Light" panose="020B0404020202020204" pitchFamily="34" charset="0"/>
                <a:cs typeface="AktivGrotesk-Light" panose="020B0404020202020204" pitchFamily="34" charset="0"/>
              </a:rPr>
              <a:t>Filters can be set for Time range, Gender, Class, Sub-Class, Size and End Use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ktivGrotesk-Light" panose="020B0404020202020204" pitchFamily="34" charset="0"/>
                <a:ea typeface="AktivGrotesk-Light" panose="020B0404020202020204" pitchFamily="34" charset="0"/>
                <a:cs typeface="AktivGrotesk-Light" panose="020B0404020202020204" pitchFamily="34" charset="0"/>
              </a:rPr>
              <a:t>Selecting filters will change the summary metrics so the user gets an idea of how big the data set is after applying filters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725DD6-C33D-484E-2337-1536CBF9D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720" y="929759"/>
            <a:ext cx="7772400" cy="519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347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917AD-E480-FAB7-D91F-24330F2B0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Analytic Panels: Mentions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2C7FFB1-3543-0EEE-E10D-EC4BCDD87535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3440159" y="1123950"/>
            <a:ext cx="8192994" cy="48101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0B074-3DCD-35D3-236A-7E7C4799983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856CF8-6A70-7829-9C15-89B2B415C8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The categories created during the initial processing are shown with a positive/negative chart by those categories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They are shown in order of most to least “mentions”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Panel respects the filters set at the top of the page </a:t>
            </a:r>
          </a:p>
        </p:txBody>
      </p:sp>
    </p:spTree>
    <p:extLst>
      <p:ext uri="{BB962C8B-B14F-4D97-AF65-F5344CB8AC3E}">
        <p14:creationId xmlns:p14="http://schemas.microsoft.com/office/powerpoint/2010/main" val="2289267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66A03-529B-1F17-CF3B-A57C6C7D5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346-992F-648C-BC41-1AD732AB4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Analytic Panels: Review Samples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ABF7A-B94E-6476-C658-2DD823F2BF5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311DB4-B324-3D83-0BF3-1545CE7490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This panel allows the user to spot check a random sample of reviews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The product Style &amp; Description are shown along with: </a:t>
            </a:r>
          </a:p>
          <a:p>
            <a:pPr marL="514350" lvl="1" indent="-285750"/>
            <a:r>
              <a:rPr lang="en-US"/>
              <a:t>Numeric rating (stars)</a:t>
            </a:r>
          </a:p>
          <a:p>
            <a:pPr marL="514350" lvl="1" indent="-285750"/>
            <a:r>
              <a:rPr lang="en-US"/>
              <a:t>Date</a:t>
            </a:r>
          </a:p>
          <a:p>
            <a:pPr marL="514350" lvl="1" indent="-285750"/>
            <a:r>
              <a:rPr lang="en-US"/>
              <a:t>Sentiment</a:t>
            </a:r>
          </a:p>
          <a:p>
            <a:pPr marL="514350" lvl="1" indent="-285750"/>
            <a:r>
              <a:rPr lang="en-US"/>
              <a:t>Positive Mentions</a:t>
            </a:r>
          </a:p>
          <a:p>
            <a:pPr marL="514350" lvl="1" indent="-285750"/>
            <a:r>
              <a:rPr lang="en-US"/>
              <a:t>Negative Mentions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Panel respects the filters set at the top of the page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CF828CD-76D8-23C9-2BFB-2F3FB6946A5D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4025093" y="1123950"/>
            <a:ext cx="7023126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234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61A79-D427-CC56-4B34-B19308BD3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A6827-7B30-FA80-6ABB-5E2C01A8C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Analytic Panels: Word Cloud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61694-29A6-BF35-AE99-B9642DEF139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F9B4ED-D0EC-9D77-5B9B-6B20B254AD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This panel shows the user the relative frequency of words in the review text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The user has some options for displaying different color sets and backgrounds, as well as the maximum number of words shown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Panel respects the filters set at the top of the page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2BDA1CD-EE8D-6802-7127-3DAA5EDE4EED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4406818" y="1123950"/>
            <a:ext cx="6259677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663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6A37F-9C52-0240-DAA7-C30F32561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5EF6E-0B12-F13B-EBB6-222D31CC5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Analytic Panels: Word Frequency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EBF9A-F606-7D05-73CB-C6828F907D4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82BAFB-35D4-958E-BB5A-0E016C19E1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This panel shows the user the top 20 most frequent words in the review text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Panel respects the filters set at the top of the page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ACED5F2-F79F-29F4-FA0D-458F3A3EFE08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3321050" y="1330041"/>
            <a:ext cx="8431213" cy="439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309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E1837-E7DE-BD6C-4BDE-485ACA435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81F8F-4313-E833-2AA1-E427B8FC0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Analytic Panels: Sentiment Trend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5FF53-885D-A544-5721-B7F435FCF8E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A10C6A-F50A-459A-360A-BCCAFFAF29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This panel shows the user sentiment (positive, neutral, negative) sentiment over the time range selected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All sentiments total to 100% so you can see the relative changes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Panel respects the filters set at the top of the page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48B8AFA-BED3-EEBF-7B94-882E13C2E7CE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3321050" y="1438458"/>
            <a:ext cx="8431213" cy="418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621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8A29D-5077-3EE7-6593-E51F5C88F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35401-3377-76F9-346C-FDC24B6A4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Analytic Panels: Numeric Rating Trend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F1A8D-FF7E-4EEE-CA8E-5089BF275B9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92FB6-9605-9E67-36DE-D39625299E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This panel shows the user the numeric/star ratings over the selected time frame selected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The linear trend is shown on the dotted line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Panel respects the filters set at the top of the page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307A77C-6806-0C6D-BC55-C52785AB5B69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3321050" y="1351645"/>
            <a:ext cx="8431213" cy="435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628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7CC16-45FD-A3E5-2A1B-8066007EA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F5AB6-ACE7-86B1-8097-17A3314AB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Analytic Panels: Problem Category Trend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6DB8D-C7C9-DA26-2B47-6855DE64C65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F22DE-4C8C-4B13-3709-1D9BB165AC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This panel shows the user the Problem categories over the time frame selected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The presentation is a stacked bar chart showing the relative percentages of the problems that add up to 100% of the reported problems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Panel respects the filters set at the top of the page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4848E9C-89D9-C0E5-F2C4-A877227F9DDE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3321050" y="1403437"/>
            <a:ext cx="8431213" cy="425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940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27541-7802-7128-8A9C-E8CF04306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633BC-3D13-A7A6-A996-850EBE1A2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Analytic Panels: Positive Category Trend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BE5E5-A3F1-80A4-A4C1-3C289DA6A1D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5D81A4-C127-8A5C-9687-A4CE95C7F0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This panel shows the user the Positive categories over the time frame selected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The presentation is a stacked bar chart showing the relative percentages of the positive mentions that add up to 100% of the reported problems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Panel respects the filters set at the top of the page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894553E-E894-D5F7-9AB7-B188DB75BDCA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3321050" y="1458250"/>
            <a:ext cx="8431213" cy="414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873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57F5A-2A45-02F9-0F00-B713B2B8B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F8542-DF36-17D3-6CC8-586228D3B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Analytic Panels: AI Analysis of Trends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E682A-0CA1-4E1C-164B-88817398B1A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EBE096-DF4E-00AF-B39E-A7D5AAD269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This panel allows the user to configure the AI analysis of the trends in the data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The first section allows the user to choose the level of analysis (Gender, Style, Class, Sub-Class, End Use), the time granularity (week or month), a threshold for the number of reviews required in the granularity period to qualify for analysis.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The LLM configuration allows a choice of LLM to do the analysis.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0967986-9B4C-D6D9-9D53-781494169212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3851977" y="1123950"/>
            <a:ext cx="7369358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817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203DF-914B-FBFF-C3BB-7B539838B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DF967-DA89-2487-13C6-F97B026EC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 Analysis Panels: Trends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2B456-4E7B-9313-9208-939B8A31DAE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A5A767-1F5B-A8AE-015F-2672584CC6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This panel shows the key trends that the LLM picked up from that data submitted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In this example Gender was the level chosen, so the focus is on comparing trends within MENS and WOMENS products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4CDA8B8-28CC-AC78-0E3C-48DE2F38FB18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4846810" y="1123950"/>
            <a:ext cx="5847693" cy="521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8781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28B1D-9BFC-490B-D0B1-81D843798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DDD24-2987-A6AE-8FAC-2C2C4E9D4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 Analysis Panels: Highlights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7AA7D-2F67-113E-7C3D-8EAB75234A5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FE1BC6-3153-7F36-9349-759C4AC66F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This panel shows any insights that the LLM has determined should be highlighted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In this example Gender was the level chosen, so the focus is on comparing trends within MENS and WOMENS products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1B4717F-8538-41AC-F8ED-9E3F882B55B2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3321050" y="2092661"/>
            <a:ext cx="8431213" cy="287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860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BB867-3BEA-8422-EFC7-4DFA11E17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998D3-4354-7896-1BCA-A9FB56F97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 Analysis Panels: Risks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2BC1C-BB18-D524-62E9-9F8C7BFD7E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AFE4A3-0E8F-1797-AA91-03ACAC014E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This panel shows any risks that the LLM has determined should be highlighted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Suggested ”actions” are recommended.  THIS AREA IS PRETTY SPECULATIVE AND NEEDS SOME QA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In this example Gender was the level chosen, so the focus is on comparing trends within MENS and WOMENS products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0C09A1F-342D-10A9-2EFD-9F379F7A027A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3321050" y="1740466"/>
            <a:ext cx="8431213" cy="3577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481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ACC2C-8FF0-6174-0D5E-2D4AB3D64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3F265-7A0D-8D54-346D-20D47F9A0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 Analysis Panels: Positives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348AF-AF06-6147-E2F2-9DDB2CD41BC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86AC71-9501-3E81-609A-0B5CEEBD9A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This panel shows Positive “Drivers” that the LLM has determined should be highlighted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Evidence is offered in support of each Driver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In this example Gender was the level chosen, so the focus is on comparing trends within MENS and WOMENS products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CDFCE98-3958-2EF3-B866-CA8A5D3C2EB1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3321050" y="1563925"/>
            <a:ext cx="8431213" cy="393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4702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47295-87FF-92E5-FD97-05284E8F7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BD566-4C10-0037-4CB7-8366A677E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 Analysis Panels: Negatives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12C10-F385-91C3-CD03-F0868BC0F47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840C4D-3429-E7A0-EC50-D706A4773C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This panel shows Negative  “Patterns” that the LLM has determined should be highlighted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Evidence is offered in support of each Pattern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In this example Gender was the level chosen, so the focus is on comparing trends within MENS and WOMENS products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13E461C-7524-A2A6-ECD3-E038A55AEDD2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3321050" y="1233889"/>
            <a:ext cx="8431213" cy="459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5379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A6D27-9C6D-3FFF-DF35-15E970DC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CFEC6-5F4E-05D9-3CCF-B60A55B74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Analysis Panels: Narrative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5856C-A297-DDA3-8386-430C290F4C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B19F65-98F3-9242-11C5-C74A3B501E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This panel shows a Narrative / Executive summary including items that the LLM has determined should be highlighted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In this example Gender was the level chosen, so the focus is on comparing trends within MENS and WOMENS products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503EB1-267C-9A27-CDED-BEE788F48F2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139C8D-4C84-6FB4-E051-25C7E231C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268" y="1123949"/>
            <a:ext cx="8461441" cy="299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0554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34E3A-A96D-7BEB-B130-0C11D08C1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453A1-9A9E-312B-4548-54F00DCBA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Analysis Panels: Data Chatbot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53A2D-CAC6-68D8-7922-8E7751A878B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271DF-EAB9-F372-9D7A-AADD75DF36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This panel shows the Data chatbot responding to a question from the user.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Click on the slide images below to see </a:t>
            </a:r>
            <a:r>
              <a:rPr lang="en-US"/>
              <a:t>all analytical </a:t>
            </a:r>
            <a:r>
              <a:rPr lang="en-US" dirty="0"/>
              <a:t>sections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6C73023-F3CB-38F2-EC97-1E995137B87D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3459221" y="1123950"/>
            <a:ext cx="8154870" cy="4810125"/>
          </a:xfrm>
          <a:prstGeom prst="rect">
            <a:avLst/>
          </a:prstGeom>
        </p:spPr>
      </p:pic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0" name="Slide Zoom 9">
                <a:extLst>
                  <a:ext uri="{FF2B5EF4-FFF2-40B4-BE49-F238E27FC236}">
                    <a16:creationId xmlns:a16="http://schemas.microsoft.com/office/drawing/2014/main" id="{FBECFFF3-1AA6-27AD-7EA0-85DCA0FB030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75169558"/>
                  </p:ext>
                </p:extLst>
              </p:nvPr>
            </p:nvGraphicFramePr>
            <p:xfrm>
              <a:off x="3432652" y="5740794"/>
              <a:ext cx="1370268" cy="770776"/>
            </p:xfrm>
            <a:graphic>
              <a:graphicData uri="http://schemas.microsoft.com/office/powerpoint/2016/slidezoom">
                <pslz:sldZm>
                  <pslz:sldZmObj sldId="368" cId="3554877609">
                    <pslz:zmPr id="{087414CA-209D-364E-B7E5-71DA6ABF63A1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70268" cy="77077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0" name="Slide Zoom 9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FBECFFF3-1AA6-27AD-7EA0-85DCA0FB030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32652" y="5740794"/>
                <a:ext cx="1370268" cy="77077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2" name="Slide Zoom 11">
                <a:extLst>
                  <a:ext uri="{FF2B5EF4-FFF2-40B4-BE49-F238E27FC236}">
                    <a16:creationId xmlns:a16="http://schemas.microsoft.com/office/drawing/2014/main" id="{C1191965-6066-5C18-1052-11CBCC652D2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61634219"/>
                  </p:ext>
                </p:extLst>
              </p:nvPr>
            </p:nvGraphicFramePr>
            <p:xfrm>
              <a:off x="4802919" y="5740794"/>
              <a:ext cx="1370267" cy="770776"/>
            </p:xfrm>
            <a:graphic>
              <a:graphicData uri="http://schemas.microsoft.com/office/powerpoint/2016/slidezoom">
                <pslz:sldZm>
                  <pslz:sldZmObj sldId="369" cId="1699887250">
                    <pslz:zmPr id="{820092E4-EE75-B647-BC49-CC7776586169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70267" cy="77077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2" name="Slide Zoom 11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C1191965-6066-5C18-1052-11CBCC652D2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02919" y="5740794"/>
                <a:ext cx="1370267" cy="77077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4" name="Slide Zoom 13">
                <a:extLst>
                  <a:ext uri="{FF2B5EF4-FFF2-40B4-BE49-F238E27FC236}">
                    <a16:creationId xmlns:a16="http://schemas.microsoft.com/office/drawing/2014/main" id="{92C8D6B9-57CD-B3C8-23FC-DADD67115A4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63389659"/>
                  </p:ext>
                </p:extLst>
              </p:nvPr>
            </p:nvGraphicFramePr>
            <p:xfrm>
              <a:off x="6185211" y="5739366"/>
              <a:ext cx="1370269" cy="770776"/>
            </p:xfrm>
            <a:graphic>
              <a:graphicData uri="http://schemas.microsoft.com/office/powerpoint/2016/slidezoom">
                <pslz:sldZm>
                  <pslz:sldZmObj sldId="370" cId="97076695">
                    <pslz:zmPr id="{52EE14C3-50DB-E444-A8EF-0E1028BDB3D2}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70269" cy="77077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4" name="Slide Zoom 13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92C8D6B9-57CD-B3C8-23FC-DADD67115A4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85211" y="5739366"/>
                <a:ext cx="1370269" cy="77077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6" name="Slide Zoom 15">
                <a:extLst>
                  <a:ext uri="{FF2B5EF4-FFF2-40B4-BE49-F238E27FC236}">
                    <a16:creationId xmlns:a16="http://schemas.microsoft.com/office/drawing/2014/main" id="{9E8DCC78-6634-CF7C-31A0-F53590D9E12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9570064"/>
                  </p:ext>
                </p:extLst>
              </p:nvPr>
            </p:nvGraphicFramePr>
            <p:xfrm>
              <a:off x="7555480" y="5739366"/>
              <a:ext cx="1370269" cy="770776"/>
            </p:xfrm>
            <a:graphic>
              <a:graphicData uri="http://schemas.microsoft.com/office/powerpoint/2016/slidezoom">
                <pslz:sldZm>
                  <pslz:sldZmObj sldId="371" cId="2422726061">
                    <pslz:zmPr id="{C76871C3-EA7F-144A-A31F-C3C41AEC8457}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70269" cy="77077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6" name="Slide Zoom 15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9E8DCC78-6634-CF7C-31A0-F53590D9E12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555480" y="5739366"/>
                <a:ext cx="1370269" cy="77077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8" name="Slide Zoom 17">
                <a:extLst>
                  <a:ext uri="{FF2B5EF4-FFF2-40B4-BE49-F238E27FC236}">
                    <a16:creationId xmlns:a16="http://schemas.microsoft.com/office/drawing/2014/main" id="{A72F64E2-B1B7-BF91-B352-51BA8EDBEE2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30443880"/>
                  </p:ext>
                </p:extLst>
              </p:nvPr>
            </p:nvGraphicFramePr>
            <p:xfrm>
              <a:off x="8930903" y="5739366"/>
              <a:ext cx="1380140" cy="776329"/>
            </p:xfrm>
            <a:graphic>
              <a:graphicData uri="http://schemas.microsoft.com/office/powerpoint/2016/slidezoom">
                <pslz:sldZm>
                  <pslz:sldZmObj sldId="372" cId="3646127855">
                    <pslz:zmPr id="{8992F75B-0F2E-E14D-8FE8-61EEC0432E9D}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80140" cy="77632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8" name="Slide Zoom 17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A72F64E2-B1B7-BF91-B352-51BA8EDBEE2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30903" y="5739366"/>
                <a:ext cx="1380140" cy="77632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20" name="Slide Zoom 19">
                <a:extLst>
                  <a:ext uri="{FF2B5EF4-FFF2-40B4-BE49-F238E27FC236}">
                    <a16:creationId xmlns:a16="http://schemas.microsoft.com/office/drawing/2014/main" id="{93F78D2F-8836-CAC8-FDB8-46313B0CC55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45642600"/>
                  </p:ext>
                </p:extLst>
              </p:nvPr>
            </p:nvGraphicFramePr>
            <p:xfrm>
              <a:off x="10296018" y="5729704"/>
              <a:ext cx="1387445" cy="780438"/>
            </p:xfrm>
            <a:graphic>
              <a:graphicData uri="http://schemas.microsoft.com/office/powerpoint/2016/slidezoom">
                <pslz:sldZm>
                  <pslz:sldZmObj sldId="373" cId="2535486018">
                    <pslz:zmPr id="{45E6A291-610E-3A41-9BA0-D5BE0CEB1F20}" transitionDur="100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87445" cy="78043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20" name="Slide Zoom 19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93F78D2F-8836-CAC8-FDB8-46313B0CC55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296018" y="5729704"/>
                <a:ext cx="1387445" cy="78043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73485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F6BF9-C303-2EBF-4373-FCC37355F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F8706-44F2-5691-92CE-0FD35A8DA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0" y="314315"/>
            <a:ext cx="11318240" cy="678484"/>
          </a:xfrm>
        </p:spPr>
        <p:txBody>
          <a:bodyPr/>
          <a:lstStyle/>
          <a:p>
            <a:r>
              <a:rPr lang="en-US" dirty="0"/>
              <a:t>AI Data Chatbot: Chat with the Data – 2</a:t>
            </a:r>
            <a:r>
              <a:rPr lang="en-US" baseline="30000" dirty="0"/>
              <a:t>nd</a:t>
            </a:r>
            <a:r>
              <a:rPr lang="en-US" dirty="0"/>
              <a:t>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A2585-2779-A138-C050-3093B80EFB9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69D613-30C2-DC04-448A-02B81349C6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This panel shows the AI Chatbot, tuned to discuss the review data.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In this example the data was aggregated at the Style Code level, and we asked the chatbot how to adjust our website copy assuming a tweak to the style to improve fit.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9955FC-EB6D-98CD-5E80-A497B1A4773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E9FC77-25E4-37E6-8A3C-C7B272B8F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124" y="862304"/>
            <a:ext cx="7772400" cy="35559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FB0D83-416C-53B5-EB57-A5254F868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269" y="4256438"/>
            <a:ext cx="7772400" cy="234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2528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B5D82-EF01-5974-6E13-706735739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1CB9D-2554-16D6-EAF5-72DFBC5CE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 Analysis Panels: Narrative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DECE8-502D-B7E8-491F-87F6BB1E5E9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1846C9-F3E0-E491-8475-198BC29A60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This panel shows an AI generated narrative summary of the overall findings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In this example Gender was the level chosen, so the focus is on comparing trends within MENS and WOMENS products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8117CDD-C757-A629-7D6F-6530BF290EC0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3321050" y="1860941"/>
            <a:ext cx="8431213" cy="33361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B8D3DBB-0BED-79BE-4E13-7F7DB2E4C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654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4B759-DF4C-804F-4E93-12DE8DA2F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Chatbot – Section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B6CC2-AE54-C4B1-C4AE-CAB18590AC4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60761-4A90-AC8F-8F69-9053A36001A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BC1F25-E8A3-D8E6-6FF0-8F49A19C75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6E3CA2-D8B3-6351-46C8-6FAE874E7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447" y="1123950"/>
            <a:ext cx="11417697" cy="4285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8776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746F7-2DCE-97AD-74F0-980D7B0AA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0434A-2181-ADD7-0139-9C70DC9A6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Chatbot – Section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AF738-5D53-3C83-2FC6-3BD359A1EC1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D62D8-EA94-A632-0D4A-35C4CCDEAC7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C92829-CB9A-A4AD-4CB3-82C9A44416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115C1A-0F82-DC45-D67E-D7507711F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954" y="1123950"/>
            <a:ext cx="11328190" cy="377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8872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4ABB0-B1F1-8EB0-B1B4-4317F5BEE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BA9B5-2D0C-9B9D-5500-C97061B4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Chatbot – Section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00980-ABFD-2EE6-CE6E-CE859118F7C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AD7FB-A9D8-8188-D1DB-DAB28CFC69D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3DB4AB-49BB-F8E8-1785-E9D1BE8499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B1694A-5A9E-1D54-A56D-8DFEAD713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563" y="1041891"/>
            <a:ext cx="11331288" cy="3978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766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4D75A-0732-194B-D80B-4CBD57385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28F66-713B-11FC-E955-748EC7390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Chatbot – Section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3E57D-6DFB-B5EE-D704-BD9AF1AA4161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E14B22-2622-3DC1-FA0F-40F74BE8CEA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BDCFBE-D609-6E8F-8BBA-6C17CC221B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15ADEF-91F1-600B-49C9-8E61E2A6D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563" y="1123949"/>
            <a:ext cx="11288778" cy="299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7260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524B8-3D57-9B1E-58AA-922D03A5F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581F7-1A15-CC68-6B7B-8D3B1DCE7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Chatbot – Section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73044-B39E-87DD-6042-BBABFA0D5CD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F285A-9B05-309E-3E53-5000FA70AE2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C1CA78-C25E-E5C9-253B-820C03F1F6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D02CD8-802E-BF37-EB79-0EF0A349A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562" y="1053677"/>
            <a:ext cx="11315581" cy="514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1278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FBCE0-8107-E1C1-A950-F71A8EB7C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A8C8D-C663-790F-D96E-E0213C936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Chatbot – Section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DBDFB-1DF4-C976-BC0A-97F4C9D2266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2F761-87DC-2CC6-D5D4-B7C44F282BB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473DE9E-34EC-43A9-8A5F-8FF859B16AB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8F308A-4D26-511E-9D25-010B9F5288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624456-56DA-0ED1-CBC2-1DFEF0D73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562" y="1123950"/>
            <a:ext cx="11272693" cy="460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486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7E2F2"/>
      </a:accent1>
      <a:accent2>
        <a:srgbClr val="51A9DC"/>
      </a:accent2>
      <a:accent3>
        <a:srgbClr val="37516B"/>
      </a:accent3>
      <a:accent4>
        <a:srgbClr val="FAB630"/>
      </a:accent4>
      <a:accent5>
        <a:srgbClr val="FACE27"/>
      </a:accent5>
      <a:accent6>
        <a:srgbClr val="F6E273"/>
      </a:accent6>
      <a:hlink>
        <a:srgbClr val="0563C1"/>
      </a:hlink>
      <a:folHlink>
        <a:srgbClr val="954F72"/>
      </a:folHlink>
    </a:clrScheme>
    <a:fontScheme name="Custom 1">
      <a:majorFont>
        <a:latin typeface="AktivGrotesk-Regular"/>
        <a:ea typeface=""/>
        <a:cs typeface=""/>
      </a:majorFont>
      <a:minorFont>
        <a:latin typeface="AktivGrotesk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rtlCol="0" anchor="ctr"/>
      <a:lstStyle>
        <a:defPPr algn="ctr">
          <a:defRPr sz="1400" dirty="0" err="1" smtClean="0">
            <a:solidFill>
              <a:schemeClr val="bg1">
                <a:lumMod val="50000"/>
              </a:schemeClr>
            </a:solidFill>
            <a:latin typeface="AktivGrotesk-Light" panose="020B0404020202020204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Vuori_PPT Template_Draft" id="{719B53E6-9E66-A040-A683-ACF8B73C83BE}" vid="{B24B3C8B-8E59-964D-82A8-CFE5201F781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b7950be8-049a-4797-8fd2-830dcb9a6f85">S5YU5KU2534F-741445495-22</_dlc_DocId>
    <_dlc_DocIdUrl xmlns="b7950be8-049a-4797-8fd2-830dcb9a6f85">
      <Url>https://vuoriclothinghq.sharepoint.com/sites/OrganizationalAssets/_layouts/15/DocIdRedir.aspx?ID=S5YU5KU2534F-741445495-22</Url>
      <Description>S5YU5KU2534F-741445495-22</Description>
    </_dlc_DocIdUrl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54891E0B035544A6F040FF88271BAD" ma:contentTypeVersion="4" ma:contentTypeDescription="Create a new document." ma:contentTypeScope="" ma:versionID="53191d6f738e4e17e00c030e74e85c74">
  <xsd:schema xmlns:xsd="http://www.w3.org/2001/XMLSchema" xmlns:xs="http://www.w3.org/2001/XMLSchema" xmlns:p="http://schemas.microsoft.com/office/2006/metadata/properties" xmlns:ns2="b7950be8-049a-4797-8fd2-830dcb9a6f85" xmlns:ns3="e3b6f6dd-bfc4-48dd-8f85-f4f11f98ab80" targetNamespace="http://schemas.microsoft.com/office/2006/metadata/properties" ma:root="true" ma:fieldsID="39a6208a69ab2ef6cd91b1f73fe53325" ns2:_="" ns3:_="">
    <xsd:import namespace="b7950be8-049a-4797-8fd2-830dcb9a6f85"/>
    <xsd:import namespace="e3b6f6dd-bfc4-48dd-8f85-f4f11f98ab80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950be8-049a-4797-8fd2-830dcb9a6f8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b6f6dd-bfc4-48dd-8f85-f4f11f98ab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35859B-19D2-400A-9291-8C72AD6FCB1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F7232D-83FF-4516-85FB-23B39FD5EA91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4C64B2C9-CF7F-40B5-8EA5-E44F8730A9A7}">
  <ds:schemaRefs>
    <ds:schemaRef ds:uri="http://purl.org/dc/terms/"/>
    <ds:schemaRef ds:uri="http://schemas.microsoft.com/office/2006/metadata/properties"/>
    <ds:schemaRef ds:uri="b7950be8-049a-4797-8fd2-830dcb9a6f85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e3b6f6dd-bfc4-48dd-8f85-f4f11f98ab80"/>
  </ds:schemaRefs>
</ds:datastoreItem>
</file>

<file path=customXml/itemProps4.xml><?xml version="1.0" encoding="utf-8"?>
<ds:datastoreItem xmlns:ds="http://schemas.openxmlformats.org/officeDocument/2006/customXml" ds:itemID="{9890E452-5D20-424E-A6CF-9C4C87FA9805}">
  <ds:schemaRefs>
    <ds:schemaRef ds:uri="b7950be8-049a-4797-8fd2-830dcb9a6f85"/>
    <ds:schemaRef ds:uri="e3b6f6dd-bfc4-48dd-8f85-f4f11f98ab8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1285</Words>
  <Application>Microsoft Macintosh PowerPoint</Application>
  <PresentationFormat>Widescreen</PresentationFormat>
  <Paragraphs>171</Paragraphs>
  <Slides>31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AktivGrotesk-Light</vt:lpstr>
      <vt:lpstr>AktivGrotesk-Medium</vt:lpstr>
      <vt:lpstr>AktivGrotesk-Regular</vt:lpstr>
      <vt:lpstr>Arial</vt:lpstr>
      <vt:lpstr>Calibri</vt:lpstr>
      <vt:lpstr>Office Theme</vt:lpstr>
      <vt:lpstr>Review Analysis Dashboard v1.1</vt:lpstr>
      <vt:lpstr>Project Goal – Amplify the voice of the Consumer</vt:lpstr>
      <vt:lpstr>Initial Processing Phase – Load CSV</vt:lpstr>
      <vt:lpstr>Initial Processing Phase – Mapping CSV Fields</vt:lpstr>
      <vt:lpstr>Initial Processing Phase – Problem Categories</vt:lpstr>
      <vt:lpstr>Initial Processing Phase – Process via LLM</vt:lpstr>
      <vt:lpstr>Analysis Dashboard – Process via LLM</vt:lpstr>
      <vt:lpstr>Analytic Panels: Mentions</vt:lpstr>
      <vt:lpstr>Analytic Panels: Review Samples</vt:lpstr>
      <vt:lpstr>Analytic Panels: Word Cloud</vt:lpstr>
      <vt:lpstr>Analytic Panels: Word Frequency</vt:lpstr>
      <vt:lpstr>Analytic Panels: Sentiment Trend</vt:lpstr>
      <vt:lpstr>Analytic Panels: Numeric Rating Trend</vt:lpstr>
      <vt:lpstr>Analytic Panels: Problem Category Trend</vt:lpstr>
      <vt:lpstr>Analytic Panels: Positive Category Trend</vt:lpstr>
      <vt:lpstr>Analytic Panels: AI Analysis of Trends</vt:lpstr>
      <vt:lpstr>AI Analysis Panels: Trends</vt:lpstr>
      <vt:lpstr>AI Analysis Panels: Highlights</vt:lpstr>
      <vt:lpstr>AI Analysis Panels: Risks</vt:lpstr>
      <vt:lpstr>AI Analysis Panels: Positives</vt:lpstr>
      <vt:lpstr>AI Analysis Panels: Negatives</vt:lpstr>
      <vt:lpstr>AI Analysis Panels: Narrative</vt:lpstr>
      <vt:lpstr>AI Analysis Panels: Data Chatbot</vt:lpstr>
      <vt:lpstr>AI Data Chatbot: Chat with the Data – 2nd example</vt:lpstr>
      <vt:lpstr>AI Analysis Panels: Narrative</vt:lpstr>
      <vt:lpstr>AI Chatbot – Section 1</vt:lpstr>
      <vt:lpstr>AI Chatbot – Section 2</vt:lpstr>
      <vt:lpstr>AI Chatbot – Section 3</vt:lpstr>
      <vt:lpstr>AI Chatbot – Section 4</vt:lpstr>
      <vt:lpstr>AI Chatbot – Section 5</vt:lpstr>
      <vt:lpstr>AI Chatbot – Section 6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Ben Nichta</dc:creator>
  <cp:keywords/>
  <dc:description/>
  <cp:lastModifiedBy>Thomas Niccum</cp:lastModifiedBy>
  <cp:revision>4</cp:revision>
  <dcterms:created xsi:type="dcterms:W3CDTF">2023-10-11T15:24:41Z</dcterms:created>
  <dcterms:modified xsi:type="dcterms:W3CDTF">2025-09-02T15:36:42Z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0x0101003354891E0B035544A6F040FF88271BAD</vt:lpwstr>
  </property>
  <property fmtid="{D5CDD505-2E9C-101B-9397-08002B2CF9AE}" pid="3" name="_dlc_DocIdItemGuid">
    <vt:lpwstr>cb5ff82e-f41e-48bf-9e62-3ee45e74c8b9</vt:lpwstr>
  </property>
</Properties>
</file>